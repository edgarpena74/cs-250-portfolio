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153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430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E48A74-292F-4F35-9F1B-DC58820098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1619275-EDBB-4A27-81E2-B39D7D63CE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 Scrum-Agile team, each role is essential for smooth, customer-focused progress:</a:t>
          </a:r>
        </a:p>
      </dgm:t>
    </dgm:pt>
    <dgm:pt modelId="{4DBB9F81-7C44-4825-958B-4D90680931EC}" type="parTrans" cxnId="{84A0B18F-709A-4F44-9706-887E0950709D}">
      <dgm:prSet/>
      <dgm:spPr/>
      <dgm:t>
        <a:bodyPr/>
        <a:lstStyle/>
        <a:p>
          <a:endParaRPr lang="en-US"/>
        </a:p>
      </dgm:t>
    </dgm:pt>
    <dgm:pt modelId="{0FA8C696-F003-4D05-A95D-B5D7FE8DE992}" type="sibTrans" cxnId="{84A0B18F-709A-4F44-9706-887E0950709D}">
      <dgm:prSet/>
      <dgm:spPr/>
      <dgm:t>
        <a:bodyPr/>
        <a:lstStyle/>
        <a:p>
          <a:endParaRPr lang="en-US"/>
        </a:p>
      </dgm:t>
    </dgm:pt>
    <dgm:pt modelId="{2EE5D2F3-433E-4E87-BC0C-BF53DBA8C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Scrum Master: Acts as a facilitator, helping the team stay on track and removing obstacles. Think of this role as the guide ensuring everyone follows Agile principles (</a:t>
          </a:r>
          <a:r>
            <a:rPr lang="en-US" dirty="0" err="1"/>
            <a:t>Scrum.org</a:t>
          </a:r>
          <a:r>
            <a:rPr lang="en-US" dirty="0"/>
            <a:t>, n.d.).</a:t>
          </a:r>
        </a:p>
      </dgm:t>
    </dgm:pt>
    <dgm:pt modelId="{B50774DB-E766-4482-B20B-836FEE060073}" type="parTrans" cxnId="{4E9EA682-3EF0-4128-82B1-166C208D0770}">
      <dgm:prSet/>
      <dgm:spPr/>
      <dgm:t>
        <a:bodyPr/>
        <a:lstStyle/>
        <a:p>
          <a:endParaRPr lang="en-US"/>
        </a:p>
      </dgm:t>
    </dgm:pt>
    <dgm:pt modelId="{C0670DBD-A64F-43A4-A3E9-35F7CD3C6B47}" type="sibTrans" cxnId="{4E9EA682-3EF0-4128-82B1-166C208D0770}">
      <dgm:prSet/>
      <dgm:spPr/>
      <dgm:t>
        <a:bodyPr/>
        <a:lstStyle/>
        <a:p>
          <a:endParaRPr lang="en-US"/>
        </a:p>
      </dgm:t>
    </dgm:pt>
    <dgm:pt modelId="{05236D9D-7163-45A5-91D6-70C502B6D1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Product Owner: This person represents the voice of the customer, prioritizing tasks to ensure that the team’s work aligns with goals and customer needs (Cobb, 2015).</a:t>
          </a:r>
        </a:p>
      </dgm:t>
    </dgm:pt>
    <dgm:pt modelId="{2C4BF24E-B66D-4252-AC43-58B641A86D53}" type="parTrans" cxnId="{C0C1B251-40BD-4AFE-A241-A7D3FF3991E1}">
      <dgm:prSet/>
      <dgm:spPr/>
      <dgm:t>
        <a:bodyPr/>
        <a:lstStyle/>
        <a:p>
          <a:endParaRPr lang="en-US"/>
        </a:p>
      </dgm:t>
    </dgm:pt>
    <dgm:pt modelId="{EB4B0856-28A2-449A-8253-AF949B76BC1C}" type="sibTrans" cxnId="{C0C1B251-40BD-4AFE-A241-A7D3FF3991E1}">
      <dgm:prSet/>
      <dgm:spPr/>
      <dgm:t>
        <a:bodyPr/>
        <a:lstStyle/>
        <a:p>
          <a:endParaRPr lang="en-US"/>
        </a:p>
      </dgm:t>
    </dgm:pt>
    <dgm:pt modelId="{82E8436A-B26D-43EB-AEF8-FAE93DD166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Development Team: A cross-functional group comprising the Developers and Testers. They are responsible for delivering parts of the product. This team collaborates to create value in each sprint and adapts to feedback (Codington-Lacerte, 2024).</a:t>
          </a:r>
        </a:p>
      </dgm:t>
    </dgm:pt>
    <dgm:pt modelId="{4DF510C6-3F5E-45DB-9126-47EEB41E64F3}" type="parTrans" cxnId="{A4CD38DF-2AAE-4A3F-8803-9085D8750A92}">
      <dgm:prSet/>
      <dgm:spPr/>
      <dgm:t>
        <a:bodyPr/>
        <a:lstStyle/>
        <a:p>
          <a:endParaRPr lang="en-US"/>
        </a:p>
      </dgm:t>
    </dgm:pt>
    <dgm:pt modelId="{C3AC3F52-93CD-4428-A3D4-0B4B52D01D5A}" type="sibTrans" cxnId="{A4CD38DF-2AAE-4A3F-8803-9085D8750A92}">
      <dgm:prSet/>
      <dgm:spPr/>
      <dgm:t>
        <a:bodyPr/>
        <a:lstStyle/>
        <a:p>
          <a:endParaRPr lang="en-US"/>
        </a:p>
      </dgm:t>
    </dgm:pt>
    <dgm:pt modelId="{1923615E-1E17-4AB9-A72A-83CA82DA206F}" type="pres">
      <dgm:prSet presAssocID="{B9E48A74-292F-4F35-9F1B-DC5882009835}" presName="root" presStyleCnt="0">
        <dgm:presLayoutVars>
          <dgm:dir/>
          <dgm:resizeHandles val="exact"/>
        </dgm:presLayoutVars>
      </dgm:prSet>
      <dgm:spPr/>
    </dgm:pt>
    <dgm:pt modelId="{AEDE9CE4-623E-45C1-83B3-6B4D7628C7DD}" type="pres">
      <dgm:prSet presAssocID="{21619275-EDBB-4A27-81E2-B39D7D63CE21}" presName="compNode" presStyleCnt="0"/>
      <dgm:spPr/>
    </dgm:pt>
    <dgm:pt modelId="{C6920221-4AC4-4DE8-871F-2275308C64AB}" type="pres">
      <dgm:prSet presAssocID="{21619275-EDBB-4A27-81E2-B39D7D63CE21}" presName="bgRect" presStyleLbl="bgShp" presStyleIdx="0" presStyleCnt="4"/>
      <dgm:spPr/>
    </dgm:pt>
    <dgm:pt modelId="{B1047D27-263F-408E-B020-8AF0EF255F0F}" type="pres">
      <dgm:prSet presAssocID="{21619275-EDBB-4A27-81E2-B39D7D63CE2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0928043E-9257-4FDD-9805-BF2ED1E57734}" type="pres">
      <dgm:prSet presAssocID="{21619275-EDBB-4A27-81E2-B39D7D63CE21}" presName="spaceRect" presStyleCnt="0"/>
      <dgm:spPr/>
    </dgm:pt>
    <dgm:pt modelId="{762D66FE-C6C4-44ED-9540-B3ABB4D3AAC3}" type="pres">
      <dgm:prSet presAssocID="{21619275-EDBB-4A27-81E2-B39D7D63CE21}" presName="parTx" presStyleLbl="revTx" presStyleIdx="0" presStyleCnt="4">
        <dgm:presLayoutVars>
          <dgm:chMax val="0"/>
          <dgm:chPref val="0"/>
        </dgm:presLayoutVars>
      </dgm:prSet>
      <dgm:spPr/>
    </dgm:pt>
    <dgm:pt modelId="{4CB02E77-4F63-4812-85BF-07E602EA0AB7}" type="pres">
      <dgm:prSet presAssocID="{0FA8C696-F003-4D05-A95D-B5D7FE8DE992}" presName="sibTrans" presStyleCnt="0"/>
      <dgm:spPr/>
    </dgm:pt>
    <dgm:pt modelId="{7CB79502-1FA4-4930-8375-08A9580D62A8}" type="pres">
      <dgm:prSet presAssocID="{2EE5D2F3-433E-4E87-BC0C-BF53DBA8CCE1}" presName="compNode" presStyleCnt="0"/>
      <dgm:spPr/>
    </dgm:pt>
    <dgm:pt modelId="{B5EFCFF2-E4EA-4560-8D5C-0F9EA0B7FC73}" type="pres">
      <dgm:prSet presAssocID="{2EE5D2F3-433E-4E87-BC0C-BF53DBA8CCE1}" presName="bgRect" presStyleLbl="bgShp" presStyleIdx="1" presStyleCnt="4"/>
      <dgm:spPr/>
    </dgm:pt>
    <dgm:pt modelId="{DC6D8B7F-C364-4CF5-A394-DC13724D194A}" type="pres">
      <dgm:prSet presAssocID="{2EE5D2F3-433E-4E87-BC0C-BF53DBA8CC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C11C6EC-65E7-4DB1-9BA2-21C84B52ECB9}" type="pres">
      <dgm:prSet presAssocID="{2EE5D2F3-433E-4E87-BC0C-BF53DBA8CCE1}" presName="spaceRect" presStyleCnt="0"/>
      <dgm:spPr/>
    </dgm:pt>
    <dgm:pt modelId="{F1B8CDD7-7CFE-4CCC-8F97-DD536C07B6A4}" type="pres">
      <dgm:prSet presAssocID="{2EE5D2F3-433E-4E87-BC0C-BF53DBA8CCE1}" presName="parTx" presStyleLbl="revTx" presStyleIdx="1" presStyleCnt="4">
        <dgm:presLayoutVars>
          <dgm:chMax val="0"/>
          <dgm:chPref val="0"/>
        </dgm:presLayoutVars>
      </dgm:prSet>
      <dgm:spPr/>
    </dgm:pt>
    <dgm:pt modelId="{69E33F38-89D3-4CF2-8868-2310E3C1925A}" type="pres">
      <dgm:prSet presAssocID="{C0670DBD-A64F-43A4-A3E9-35F7CD3C6B47}" presName="sibTrans" presStyleCnt="0"/>
      <dgm:spPr/>
    </dgm:pt>
    <dgm:pt modelId="{A0BDBC1D-B974-4D41-806B-91F68F4A329A}" type="pres">
      <dgm:prSet presAssocID="{05236D9D-7163-45A5-91D6-70C502B6D169}" presName="compNode" presStyleCnt="0"/>
      <dgm:spPr/>
    </dgm:pt>
    <dgm:pt modelId="{062B2FE2-BF1E-4B19-A25B-B1AE76C61B49}" type="pres">
      <dgm:prSet presAssocID="{05236D9D-7163-45A5-91D6-70C502B6D169}" presName="bgRect" presStyleLbl="bgShp" presStyleIdx="2" presStyleCnt="4"/>
      <dgm:spPr/>
    </dgm:pt>
    <dgm:pt modelId="{51C00930-BDC8-4975-BDFC-0731CA9D4C3A}" type="pres">
      <dgm:prSet presAssocID="{05236D9D-7163-45A5-91D6-70C502B6D1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69EBBA3-0F54-4423-BE34-5D0DA60A815C}" type="pres">
      <dgm:prSet presAssocID="{05236D9D-7163-45A5-91D6-70C502B6D169}" presName="spaceRect" presStyleCnt="0"/>
      <dgm:spPr/>
    </dgm:pt>
    <dgm:pt modelId="{33B558E8-993B-45F8-9681-43E1B2043CEF}" type="pres">
      <dgm:prSet presAssocID="{05236D9D-7163-45A5-91D6-70C502B6D169}" presName="parTx" presStyleLbl="revTx" presStyleIdx="2" presStyleCnt="4">
        <dgm:presLayoutVars>
          <dgm:chMax val="0"/>
          <dgm:chPref val="0"/>
        </dgm:presLayoutVars>
      </dgm:prSet>
      <dgm:spPr/>
    </dgm:pt>
    <dgm:pt modelId="{CC931D0D-B9AE-4AF0-B286-4B437EC1CCF4}" type="pres">
      <dgm:prSet presAssocID="{EB4B0856-28A2-449A-8253-AF949B76BC1C}" presName="sibTrans" presStyleCnt="0"/>
      <dgm:spPr/>
    </dgm:pt>
    <dgm:pt modelId="{51BBCE30-D882-4CDA-AD1F-4DB1949F23D7}" type="pres">
      <dgm:prSet presAssocID="{82E8436A-B26D-43EB-AEF8-FAE93DD166DD}" presName="compNode" presStyleCnt="0"/>
      <dgm:spPr/>
    </dgm:pt>
    <dgm:pt modelId="{FC075715-20B5-48DF-8C5F-4BEF2875F7CB}" type="pres">
      <dgm:prSet presAssocID="{82E8436A-B26D-43EB-AEF8-FAE93DD166DD}" presName="bgRect" presStyleLbl="bgShp" presStyleIdx="3" presStyleCnt="4"/>
      <dgm:spPr/>
    </dgm:pt>
    <dgm:pt modelId="{5AF4A860-7A22-4598-ACFF-5D2AF576ED21}" type="pres">
      <dgm:prSet presAssocID="{82E8436A-B26D-43EB-AEF8-FAE93DD166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81EFA49-7D03-43CE-BCF9-E72C76BB56BB}" type="pres">
      <dgm:prSet presAssocID="{82E8436A-B26D-43EB-AEF8-FAE93DD166DD}" presName="spaceRect" presStyleCnt="0"/>
      <dgm:spPr/>
    </dgm:pt>
    <dgm:pt modelId="{44DEBE04-0BE0-4C29-A987-FAEEA79136C6}" type="pres">
      <dgm:prSet presAssocID="{82E8436A-B26D-43EB-AEF8-FAE93DD166D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44DB05-6AD4-0042-8382-6D9B17D9870D}" type="presOf" srcId="{82E8436A-B26D-43EB-AEF8-FAE93DD166DD}" destId="{44DEBE04-0BE0-4C29-A987-FAEEA79136C6}" srcOrd="0" destOrd="0" presId="urn:microsoft.com/office/officeart/2018/2/layout/IconVerticalSolidList"/>
    <dgm:cxn modelId="{C0C1B251-40BD-4AFE-A241-A7D3FF3991E1}" srcId="{B9E48A74-292F-4F35-9F1B-DC5882009835}" destId="{05236D9D-7163-45A5-91D6-70C502B6D169}" srcOrd="2" destOrd="0" parTransId="{2C4BF24E-B66D-4252-AC43-58B641A86D53}" sibTransId="{EB4B0856-28A2-449A-8253-AF949B76BC1C}"/>
    <dgm:cxn modelId="{4E9EA682-3EF0-4128-82B1-166C208D0770}" srcId="{B9E48A74-292F-4F35-9F1B-DC5882009835}" destId="{2EE5D2F3-433E-4E87-BC0C-BF53DBA8CCE1}" srcOrd="1" destOrd="0" parTransId="{B50774DB-E766-4482-B20B-836FEE060073}" sibTransId="{C0670DBD-A64F-43A4-A3E9-35F7CD3C6B47}"/>
    <dgm:cxn modelId="{84A0B18F-709A-4F44-9706-887E0950709D}" srcId="{B9E48A74-292F-4F35-9F1B-DC5882009835}" destId="{21619275-EDBB-4A27-81E2-B39D7D63CE21}" srcOrd="0" destOrd="0" parTransId="{4DBB9F81-7C44-4825-958B-4D90680931EC}" sibTransId="{0FA8C696-F003-4D05-A95D-B5D7FE8DE992}"/>
    <dgm:cxn modelId="{EDF83ABF-A983-0F44-A173-A9CD00DB90B6}" type="presOf" srcId="{21619275-EDBB-4A27-81E2-B39D7D63CE21}" destId="{762D66FE-C6C4-44ED-9540-B3ABB4D3AAC3}" srcOrd="0" destOrd="0" presId="urn:microsoft.com/office/officeart/2018/2/layout/IconVerticalSolidList"/>
    <dgm:cxn modelId="{894D53CA-B0E7-44EB-9DAB-899CF19DEDA8}" type="presOf" srcId="{B9E48A74-292F-4F35-9F1B-DC5882009835}" destId="{1923615E-1E17-4AB9-A72A-83CA82DA206F}" srcOrd="0" destOrd="0" presId="urn:microsoft.com/office/officeart/2018/2/layout/IconVerticalSolidList"/>
    <dgm:cxn modelId="{A4CD38DF-2AAE-4A3F-8803-9085D8750A92}" srcId="{B9E48A74-292F-4F35-9F1B-DC5882009835}" destId="{82E8436A-B26D-43EB-AEF8-FAE93DD166DD}" srcOrd="3" destOrd="0" parTransId="{4DF510C6-3F5E-45DB-9126-47EEB41E64F3}" sibTransId="{C3AC3F52-93CD-4428-A3D4-0B4B52D01D5A}"/>
    <dgm:cxn modelId="{41B99FE3-C4E0-2647-977C-9AE6C310A81D}" type="presOf" srcId="{2EE5D2F3-433E-4E87-BC0C-BF53DBA8CCE1}" destId="{F1B8CDD7-7CFE-4CCC-8F97-DD536C07B6A4}" srcOrd="0" destOrd="0" presId="urn:microsoft.com/office/officeart/2018/2/layout/IconVerticalSolidList"/>
    <dgm:cxn modelId="{E8D8D5F6-D758-5E44-979C-ACBC45B774BA}" type="presOf" srcId="{05236D9D-7163-45A5-91D6-70C502B6D169}" destId="{33B558E8-993B-45F8-9681-43E1B2043CEF}" srcOrd="0" destOrd="0" presId="urn:microsoft.com/office/officeart/2018/2/layout/IconVerticalSolidList"/>
    <dgm:cxn modelId="{DA315D11-435D-3242-8606-BA95F6A44A4F}" type="presParOf" srcId="{1923615E-1E17-4AB9-A72A-83CA82DA206F}" destId="{AEDE9CE4-623E-45C1-83B3-6B4D7628C7DD}" srcOrd="0" destOrd="0" presId="urn:microsoft.com/office/officeart/2018/2/layout/IconVerticalSolidList"/>
    <dgm:cxn modelId="{058D7D47-93EC-2E48-BB8A-C0DFDC319A59}" type="presParOf" srcId="{AEDE9CE4-623E-45C1-83B3-6B4D7628C7DD}" destId="{C6920221-4AC4-4DE8-871F-2275308C64AB}" srcOrd="0" destOrd="0" presId="urn:microsoft.com/office/officeart/2018/2/layout/IconVerticalSolidList"/>
    <dgm:cxn modelId="{F1D722A7-8D09-2745-99A8-82D654300C16}" type="presParOf" srcId="{AEDE9CE4-623E-45C1-83B3-6B4D7628C7DD}" destId="{B1047D27-263F-408E-B020-8AF0EF255F0F}" srcOrd="1" destOrd="0" presId="urn:microsoft.com/office/officeart/2018/2/layout/IconVerticalSolidList"/>
    <dgm:cxn modelId="{AD79FDA4-6E6A-7840-9D7C-27EF80F9E6ED}" type="presParOf" srcId="{AEDE9CE4-623E-45C1-83B3-6B4D7628C7DD}" destId="{0928043E-9257-4FDD-9805-BF2ED1E57734}" srcOrd="2" destOrd="0" presId="urn:microsoft.com/office/officeart/2018/2/layout/IconVerticalSolidList"/>
    <dgm:cxn modelId="{39C19874-335D-6F42-A9C2-65C84118E409}" type="presParOf" srcId="{AEDE9CE4-623E-45C1-83B3-6B4D7628C7DD}" destId="{762D66FE-C6C4-44ED-9540-B3ABB4D3AAC3}" srcOrd="3" destOrd="0" presId="urn:microsoft.com/office/officeart/2018/2/layout/IconVerticalSolidList"/>
    <dgm:cxn modelId="{8FCE2052-067D-D54C-914A-9AFCCB80A794}" type="presParOf" srcId="{1923615E-1E17-4AB9-A72A-83CA82DA206F}" destId="{4CB02E77-4F63-4812-85BF-07E602EA0AB7}" srcOrd="1" destOrd="0" presId="urn:microsoft.com/office/officeart/2018/2/layout/IconVerticalSolidList"/>
    <dgm:cxn modelId="{CFADA05D-5AAD-C544-A8D6-2A27DAF234AC}" type="presParOf" srcId="{1923615E-1E17-4AB9-A72A-83CA82DA206F}" destId="{7CB79502-1FA4-4930-8375-08A9580D62A8}" srcOrd="2" destOrd="0" presId="urn:microsoft.com/office/officeart/2018/2/layout/IconVerticalSolidList"/>
    <dgm:cxn modelId="{D7FE082C-37EC-374D-9DF4-1386FCBCB314}" type="presParOf" srcId="{7CB79502-1FA4-4930-8375-08A9580D62A8}" destId="{B5EFCFF2-E4EA-4560-8D5C-0F9EA0B7FC73}" srcOrd="0" destOrd="0" presId="urn:microsoft.com/office/officeart/2018/2/layout/IconVerticalSolidList"/>
    <dgm:cxn modelId="{D838F045-BC68-9849-A073-4C67483327C3}" type="presParOf" srcId="{7CB79502-1FA4-4930-8375-08A9580D62A8}" destId="{DC6D8B7F-C364-4CF5-A394-DC13724D194A}" srcOrd="1" destOrd="0" presId="urn:microsoft.com/office/officeart/2018/2/layout/IconVerticalSolidList"/>
    <dgm:cxn modelId="{EB3BA6E9-2AEB-3043-B2A1-0226962E59B3}" type="presParOf" srcId="{7CB79502-1FA4-4930-8375-08A9580D62A8}" destId="{8C11C6EC-65E7-4DB1-9BA2-21C84B52ECB9}" srcOrd="2" destOrd="0" presId="urn:microsoft.com/office/officeart/2018/2/layout/IconVerticalSolidList"/>
    <dgm:cxn modelId="{70B59590-EEC2-0F4E-8C9E-080A29376A86}" type="presParOf" srcId="{7CB79502-1FA4-4930-8375-08A9580D62A8}" destId="{F1B8CDD7-7CFE-4CCC-8F97-DD536C07B6A4}" srcOrd="3" destOrd="0" presId="urn:microsoft.com/office/officeart/2018/2/layout/IconVerticalSolidList"/>
    <dgm:cxn modelId="{23EBE975-D9AB-5E44-B576-F6AC73541C67}" type="presParOf" srcId="{1923615E-1E17-4AB9-A72A-83CA82DA206F}" destId="{69E33F38-89D3-4CF2-8868-2310E3C1925A}" srcOrd="3" destOrd="0" presId="urn:microsoft.com/office/officeart/2018/2/layout/IconVerticalSolidList"/>
    <dgm:cxn modelId="{ABBF1C0D-BAF1-2A44-8D97-5596D43C64B6}" type="presParOf" srcId="{1923615E-1E17-4AB9-A72A-83CA82DA206F}" destId="{A0BDBC1D-B974-4D41-806B-91F68F4A329A}" srcOrd="4" destOrd="0" presId="urn:microsoft.com/office/officeart/2018/2/layout/IconVerticalSolidList"/>
    <dgm:cxn modelId="{3E6B1CA3-9849-314B-B831-491281C44EFB}" type="presParOf" srcId="{A0BDBC1D-B974-4D41-806B-91F68F4A329A}" destId="{062B2FE2-BF1E-4B19-A25B-B1AE76C61B49}" srcOrd="0" destOrd="0" presId="urn:microsoft.com/office/officeart/2018/2/layout/IconVerticalSolidList"/>
    <dgm:cxn modelId="{7A1B3169-B9B3-0E48-8E0A-C31CEA32B43C}" type="presParOf" srcId="{A0BDBC1D-B974-4D41-806B-91F68F4A329A}" destId="{51C00930-BDC8-4975-BDFC-0731CA9D4C3A}" srcOrd="1" destOrd="0" presId="urn:microsoft.com/office/officeart/2018/2/layout/IconVerticalSolidList"/>
    <dgm:cxn modelId="{F83F0C2B-2818-3143-B7AD-463467B6EA08}" type="presParOf" srcId="{A0BDBC1D-B974-4D41-806B-91F68F4A329A}" destId="{F69EBBA3-0F54-4423-BE34-5D0DA60A815C}" srcOrd="2" destOrd="0" presId="urn:microsoft.com/office/officeart/2018/2/layout/IconVerticalSolidList"/>
    <dgm:cxn modelId="{2B4DD28F-E499-454C-A6F8-F284DBCC1241}" type="presParOf" srcId="{A0BDBC1D-B974-4D41-806B-91F68F4A329A}" destId="{33B558E8-993B-45F8-9681-43E1B2043CEF}" srcOrd="3" destOrd="0" presId="urn:microsoft.com/office/officeart/2018/2/layout/IconVerticalSolidList"/>
    <dgm:cxn modelId="{3D2DF4D3-B583-AA4A-B4B7-135F5FDE920A}" type="presParOf" srcId="{1923615E-1E17-4AB9-A72A-83CA82DA206F}" destId="{CC931D0D-B9AE-4AF0-B286-4B437EC1CCF4}" srcOrd="5" destOrd="0" presId="urn:microsoft.com/office/officeart/2018/2/layout/IconVerticalSolidList"/>
    <dgm:cxn modelId="{38860CEF-95F7-1B40-8DEE-F3E3E72ABFAE}" type="presParOf" srcId="{1923615E-1E17-4AB9-A72A-83CA82DA206F}" destId="{51BBCE30-D882-4CDA-AD1F-4DB1949F23D7}" srcOrd="6" destOrd="0" presId="urn:microsoft.com/office/officeart/2018/2/layout/IconVerticalSolidList"/>
    <dgm:cxn modelId="{27E4A3D6-DEB2-234B-B722-6DBC4DFCDA4B}" type="presParOf" srcId="{51BBCE30-D882-4CDA-AD1F-4DB1949F23D7}" destId="{FC075715-20B5-48DF-8C5F-4BEF2875F7CB}" srcOrd="0" destOrd="0" presId="urn:microsoft.com/office/officeart/2018/2/layout/IconVerticalSolidList"/>
    <dgm:cxn modelId="{D96CFEFF-BC8D-C942-8015-847C76158FDC}" type="presParOf" srcId="{51BBCE30-D882-4CDA-AD1F-4DB1949F23D7}" destId="{5AF4A860-7A22-4598-ACFF-5D2AF576ED21}" srcOrd="1" destOrd="0" presId="urn:microsoft.com/office/officeart/2018/2/layout/IconVerticalSolidList"/>
    <dgm:cxn modelId="{B846DE3C-DE37-1043-844A-2E788FE6E7A9}" type="presParOf" srcId="{51BBCE30-D882-4CDA-AD1F-4DB1949F23D7}" destId="{181EFA49-7D03-43CE-BCF9-E72C76BB56BB}" srcOrd="2" destOrd="0" presId="urn:microsoft.com/office/officeart/2018/2/layout/IconVerticalSolidList"/>
    <dgm:cxn modelId="{69498805-FD91-3F4B-9EEE-13A72EB2BDD1}" type="presParOf" srcId="{51BBCE30-D882-4CDA-AD1F-4DB1949F23D7}" destId="{44DEBE04-0BE0-4C29-A987-FAEEA79136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0C884E-6B2D-45CD-931B-2ECE9500A91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8267F27-9B4A-4426-B346-1A5F089C4673}">
      <dgm:prSet/>
      <dgm:spPr/>
      <dgm:t>
        <a:bodyPr/>
        <a:lstStyle/>
        <a:p>
          <a:r>
            <a:rPr lang="en-US"/>
            <a:t>Let’s look at the key phases of Agile development and why they matter:</a:t>
          </a:r>
        </a:p>
      </dgm:t>
    </dgm:pt>
    <dgm:pt modelId="{E30D6CE5-289D-4622-8709-D1EA13283D37}" type="parTrans" cxnId="{0C17AB28-1BD2-4CA5-A3A9-D3860B0E3928}">
      <dgm:prSet/>
      <dgm:spPr/>
      <dgm:t>
        <a:bodyPr/>
        <a:lstStyle/>
        <a:p>
          <a:endParaRPr lang="en-US"/>
        </a:p>
      </dgm:t>
    </dgm:pt>
    <dgm:pt modelId="{99D935D0-75B9-4C74-B6BF-58AF1FEC09F8}" type="sibTrans" cxnId="{0C17AB28-1BD2-4CA5-A3A9-D3860B0E3928}">
      <dgm:prSet/>
      <dgm:spPr/>
      <dgm:t>
        <a:bodyPr/>
        <a:lstStyle/>
        <a:p>
          <a:endParaRPr lang="en-US"/>
        </a:p>
      </dgm:t>
    </dgm:pt>
    <dgm:pt modelId="{0E114FFE-12B0-4EA8-A9B2-73F8F3311789}">
      <dgm:prSet/>
      <dgm:spPr/>
      <dgm:t>
        <a:bodyPr/>
        <a:lstStyle/>
        <a:p>
          <a:r>
            <a:rPr lang="en-US"/>
            <a:t>• Sprint Planning: Here, we set specific goals and define tasks for the sprint, keeping us focused and on track (Cobb, 2015).</a:t>
          </a:r>
        </a:p>
      </dgm:t>
    </dgm:pt>
    <dgm:pt modelId="{33EC633E-0C75-4CA7-BEF5-3195CBEFAA2D}" type="parTrans" cxnId="{30853DCB-D0A3-4CC0-BD14-1DC41104E79E}">
      <dgm:prSet/>
      <dgm:spPr/>
      <dgm:t>
        <a:bodyPr/>
        <a:lstStyle/>
        <a:p>
          <a:endParaRPr lang="en-US"/>
        </a:p>
      </dgm:t>
    </dgm:pt>
    <dgm:pt modelId="{EF0BD062-2774-4411-B741-0B39FAFCED7F}" type="sibTrans" cxnId="{30853DCB-D0A3-4CC0-BD14-1DC41104E79E}">
      <dgm:prSet/>
      <dgm:spPr/>
      <dgm:t>
        <a:bodyPr/>
        <a:lstStyle/>
        <a:p>
          <a:endParaRPr lang="en-US"/>
        </a:p>
      </dgm:t>
    </dgm:pt>
    <dgm:pt modelId="{2B0DFFD2-B048-4BD5-9C64-E910FEB87A84}">
      <dgm:prSet/>
      <dgm:spPr/>
      <dgm:t>
        <a:bodyPr/>
        <a:lstStyle/>
        <a:p>
          <a:r>
            <a:rPr lang="en-US"/>
            <a:t>• Daily Stand-ups: These short daily meetings allow us to quickly discuss progress, address challenges, and adjust as needed.</a:t>
          </a:r>
        </a:p>
      </dgm:t>
    </dgm:pt>
    <dgm:pt modelId="{F4BDCEC9-D135-4881-BFA0-CA8891853715}" type="parTrans" cxnId="{DADB5E90-9427-4CB9-99F9-8BF9CFBF1998}">
      <dgm:prSet/>
      <dgm:spPr/>
      <dgm:t>
        <a:bodyPr/>
        <a:lstStyle/>
        <a:p>
          <a:endParaRPr lang="en-US"/>
        </a:p>
      </dgm:t>
    </dgm:pt>
    <dgm:pt modelId="{868892CC-7262-4C0A-8074-97C27055A550}" type="sibTrans" cxnId="{DADB5E90-9427-4CB9-99F9-8BF9CFBF1998}">
      <dgm:prSet/>
      <dgm:spPr/>
      <dgm:t>
        <a:bodyPr/>
        <a:lstStyle/>
        <a:p>
          <a:endParaRPr lang="en-US"/>
        </a:p>
      </dgm:t>
    </dgm:pt>
    <dgm:pt modelId="{7113F610-2495-4CEF-BC7B-42D780CE2C6F}">
      <dgm:prSet/>
      <dgm:spPr/>
      <dgm:t>
        <a:bodyPr/>
        <a:lstStyle/>
        <a:p>
          <a:r>
            <a:rPr lang="en-US"/>
            <a:t>• Sprint Review: We present completed work to stakeholders to gather feedback, ensuring we’re building something valuable.</a:t>
          </a:r>
        </a:p>
      </dgm:t>
    </dgm:pt>
    <dgm:pt modelId="{DCA6B3EB-1D38-4E9A-8235-D1F2B0B80E9A}" type="parTrans" cxnId="{BC8BFF00-6FB2-4C32-9BF6-0C9E331900A8}">
      <dgm:prSet/>
      <dgm:spPr/>
      <dgm:t>
        <a:bodyPr/>
        <a:lstStyle/>
        <a:p>
          <a:endParaRPr lang="en-US"/>
        </a:p>
      </dgm:t>
    </dgm:pt>
    <dgm:pt modelId="{88D30982-515E-41A1-8ABE-2020679E863A}" type="sibTrans" cxnId="{BC8BFF00-6FB2-4C32-9BF6-0C9E331900A8}">
      <dgm:prSet/>
      <dgm:spPr/>
      <dgm:t>
        <a:bodyPr/>
        <a:lstStyle/>
        <a:p>
          <a:endParaRPr lang="en-US"/>
        </a:p>
      </dgm:t>
    </dgm:pt>
    <dgm:pt modelId="{543AC4EE-C0C4-4BAB-A6AA-0A625FEBC8ED}">
      <dgm:prSet/>
      <dgm:spPr/>
      <dgm:t>
        <a:bodyPr/>
        <a:lstStyle/>
        <a:p>
          <a:r>
            <a:rPr lang="en-US"/>
            <a:t>• Sprint Retrospective: This stage involves reflection—recognizing our successes and pinpointing areas for improvement, ensuring the next sprint is even better.</a:t>
          </a:r>
        </a:p>
      </dgm:t>
    </dgm:pt>
    <dgm:pt modelId="{392EC8AD-9C80-4879-B7FF-36C676E8865F}" type="parTrans" cxnId="{583CFEDA-6106-480D-9EEE-02A3C9231F98}">
      <dgm:prSet/>
      <dgm:spPr/>
      <dgm:t>
        <a:bodyPr/>
        <a:lstStyle/>
        <a:p>
          <a:endParaRPr lang="en-US"/>
        </a:p>
      </dgm:t>
    </dgm:pt>
    <dgm:pt modelId="{3250A89C-AA9F-4E80-B566-8C2195C51308}" type="sibTrans" cxnId="{583CFEDA-6106-480D-9EEE-02A3C9231F98}">
      <dgm:prSet/>
      <dgm:spPr/>
      <dgm:t>
        <a:bodyPr/>
        <a:lstStyle/>
        <a:p>
          <a:endParaRPr lang="en-US"/>
        </a:p>
      </dgm:t>
    </dgm:pt>
    <dgm:pt modelId="{966E3763-C431-4F72-ACF6-229E3E7AF5E3}" type="pres">
      <dgm:prSet presAssocID="{990C884E-6B2D-45CD-931B-2ECE9500A915}" presName="root" presStyleCnt="0">
        <dgm:presLayoutVars>
          <dgm:dir/>
          <dgm:resizeHandles val="exact"/>
        </dgm:presLayoutVars>
      </dgm:prSet>
      <dgm:spPr/>
    </dgm:pt>
    <dgm:pt modelId="{BB2B3C2A-CA6A-4CBC-AA7F-72F1F41A3121}" type="pres">
      <dgm:prSet presAssocID="{990C884E-6B2D-45CD-931B-2ECE9500A915}" presName="container" presStyleCnt="0">
        <dgm:presLayoutVars>
          <dgm:dir/>
          <dgm:resizeHandles val="exact"/>
        </dgm:presLayoutVars>
      </dgm:prSet>
      <dgm:spPr/>
    </dgm:pt>
    <dgm:pt modelId="{E4F2EF05-0F52-4922-B891-3AFC1C059AEB}" type="pres">
      <dgm:prSet presAssocID="{18267F27-9B4A-4426-B346-1A5F089C4673}" presName="compNode" presStyleCnt="0"/>
      <dgm:spPr/>
    </dgm:pt>
    <dgm:pt modelId="{0D678DCE-E1B0-4679-A15F-BA885F474D1F}" type="pres">
      <dgm:prSet presAssocID="{18267F27-9B4A-4426-B346-1A5F089C4673}" presName="iconBgRect" presStyleLbl="bgShp" presStyleIdx="0" presStyleCnt="5"/>
      <dgm:spPr/>
    </dgm:pt>
    <dgm:pt modelId="{3065228F-3E9A-41AC-97DE-024F395E352A}" type="pres">
      <dgm:prSet presAssocID="{18267F27-9B4A-4426-B346-1A5F089C467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DC68FC2D-DA0C-4FE6-BB0A-8F6F1931786B}" type="pres">
      <dgm:prSet presAssocID="{18267F27-9B4A-4426-B346-1A5F089C4673}" presName="spaceRect" presStyleCnt="0"/>
      <dgm:spPr/>
    </dgm:pt>
    <dgm:pt modelId="{8A1F2B76-1ABB-4F21-8799-7971253949E3}" type="pres">
      <dgm:prSet presAssocID="{18267F27-9B4A-4426-B346-1A5F089C4673}" presName="textRect" presStyleLbl="revTx" presStyleIdx="0" presStyleCnt="5">
        <dgm:presLayoutVars>
          <dgm:chMax val="1"/>
          <dgm:chPref val="1"/>
        </dgm:presLayoutVars>
      </dgm:prSet>
      <dgm:spPr/>
    </dgm:pt>
    <dgm:pt modelId="{B4EC8CAA-3829-4AE3-9771-6CA9BAF32AD9}" type="pres">
      <dgm:prSet presAssocID="{99D935D0-75B9-4C74-B6BF-58AF1FEC09F8}" presName="sibTrans" presStyleLbl="sibTrans2D1" presStyleIdx="0" presStyleCnt="0"/>
      <dgm:spPr/>
    </dgm:pt>
    <dgm:pt modelId="{EA19CDDE-3751-4D1B-B4A4-E042D12C1B6C}" type="pres">
      <dgm:prSet presAssocID="{0E114FFE-12B0-4EA8-A9B2-73F8F3311789}" presName="compNode" presStyleCnt="0"/>
      <dgm:spPr/>
    </dgm:pt>
    <dgm:pt modelId="{3D7C295E-1D55-4D58-BE4B-EB3E8F126338}" type="pres">
      <dgm:prSet presAssocID="{0E114FFE-12B0-4EA8-A9B2-73F8F3311789}" presName="iconBgRect" presStyleLbl="bgShp" presStyleIdx="1" presStyleCnt="5"/>
      <dgm:spPr/>
    </dgm:pt>
    <dgm:pt modelId="{349EF583-6A3E-418B-80B7-7512A54AA080}" type="pres">
      <dgm:prSet presAssocID="{0E114FFE-12B0-4EA8-A9B2-73F8F331178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3AA72BBB-5B33-439D-AAD8-92C38705EBD0}" type="pres">
      <dgm:prSet presAssocID="{0E114FFE-12B0-4EA8-A9B2-73F8F3311789}" presName="spaceRect" presStyleCnt="0"/>
      <dgm:spPr/>
    </dgm:pt>
    <dgm:pt modelId="{A5D26202-B1EF-4676-A9FC-4E4B552FF7E1}" type="pres">
      <dgm:prSet presAssocID="{0E114FFE-12B0-4EA8-A9B2-73F8F3311789}" presName="textRect" presStyleLbl="revTx" presStyleIdx="1" presStyleCnt="5">
        <dgm:presLayoutVars>
          <dgm:chMax val="1"/>
          <dgm:chPref val="1"/>
        </dgm:presLayoutVars>
      </dgm:prSet>
      <dgm:spPr/>
    </dgm:pt>
    <dgm:pt modelId="{739AE652-EC56-44ED-87F1-97ECC672C9C4}" type="pres">
      <dgm:prSet presAssocID="{EF0BD062-2774-4411-B741-0B39FAFCED7F}" presName="sibTrans" presStyleLbl="sibTrans2D1" presStyleIdx="0" presStyleCnt="0"/>
      <dgm:spPr/>
    </dgm:pt>
    <dgm:pt modelId="{681D3789-3733-49FD-A0C9-3C4291F6AD9B}" type="pres">
      <dgm:prSet presAssocID="{2B0DFFD2-B048-4BD5-9C64-E910FEB87A84}" presName="compNode" presStyleCnt="0"/>
      <dgm:spPr/>
    </dgm:pt>
    <dgm:pt modelId="{6EE505BD-22E4-460B-9554-D3EA85DE92DF}" type="pres">
      <dgm:prSet presAssocID="{2B0DFFD2-B048-4BD5-9C64-E910FEB87A84}" presName="iconBgRect" presStyleLbl="bgShp" presStyleIdx="2" presStyleCnt="5"/>
      <dgm:spPr/>
    </dgm:pt>
    <dgm:pt modelId="{1CBFFF5D-34AA-4DF4-9EFB-DF7F6F1A819A}" type="pres">
      <dgm:prSet presAssocID="{2B0DFFD2-B048-4BD5-9C64-E910FEB87A8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DFE47F5-B4F8-4540-ABD1-42CE0C400756}" type="pres">
      <dgm:prSet presAssocID="{2B0DFFD2-B048-4BD5-9C64-E910FEB87A84}" presName="spaceRect" presStyleCnt="0"/>
      <dgm:spPr/>
    </dgm:pt>
    <dgm:pt modelId="{710BDD13-F7E6-4BBB-B0B8-2D095CAFEFED}" type="pres">
      <dgm:prSet presAssocID="{2B0DFFD2-B048-4BD5-9C64-E910FEB87A84}" presName="textRect" presStyleLbl="revTx" presStyleIdx="2" presStyleCnt="5">
        <dgm:presLayoutVars>
          <dgm:chMax val="1"/>
          <dgm:chPref val="1"/>
        </dgm:presLayoutVars>
      </dgm:prSet>
      <dgm:spPr/>
    </dgm:pt>
    <dgm:pt modelId="{3E4CABA6-9264-4422-95FA-283656CF8CF2}" type="pres">
      <dgm:prSet presAssocID="{868892CC-7262-4C0A-8074-97C27055A550}" presName="sibTrans" presStyleLbl="sibTrans2D1" presStyleIdx="0" presStyleCnt="0"/>
      <dgm:spPr/>
    </dgm:pt>
    <dgm:pt modelId="{B6338C65-F385-4EF0-BB58-4AEF5B74B6BE}" type="pres">
      <dgm:prSet presAssocID="{7113F610-2495-4CEF-BC7B-42D780CE2C6F}" presName="compNode" presStyleCnt="0"/>
      <dgm:spPr/>
    </dgm:pt>
    <dgm:pt modelId="{56E43571-BC5D-49E4-8D71-ECC71E8FE1A3}" type="pres">
      <dgm:prSet presAssocID="{7113F610-2495-4CEF-BC7B-42D780CE2C6F}" presName="iconBgRect" presStyleLbl="bgShp" presStyleIdx="3" presStyleCnt="5"/>
      <dgm:spPr/>
    </dgm:pt>
    <dgm:pt modelId="{1D0D2AAD-7AA0-45FE-8A89-2A281DDC23D9}" type="pres">
      <dgm:prSet presAssocID="{7113F610-2495-4CEF-BC7B-42D780CE2C6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6CFBAB9A-2069-4AB3-ABD8-71B3B0A64366}" type="pres">
      <dgm:prSet presAssocID="{7113F610-2495-4CEF-BC7B-42D780CE2C6F}" presName="spaceRect" presStyleCnt="0"/>
      <dgm:spPr/>
    </dgm:pt>
    <dgm:pt modelId="{47844CD7-2563-4DBF-828B-D77A6D712CBE}" type="pres">
      <dgm:prSet presAssocID="{7113F610-2495-4CEF-BC7B-42D780CE2C6F}" presName="textRect" presStyleLbl="revTx" presStyleIdx="3" presStyleCnt="5">
        <dgm:presLayoutVars>
          <dgm:chMax val="1"/>
          <dgm:chPref val="1"/>
        </dgm:presLayoutVars>
      </dgm:prSet>
      <dgm:spPr/>
    </dgm:pt>
    <dgm:pt modelId="{15328329-A474-417B-A78A-F2074BC1FD56}" type="pres">
      <dgm:prSet presAssocID="{88D30982-515E-41A1-8ABE-2020679E863A}" presName="sibTrans" presStyleLbl="sibTrans2D1" presStyleIdx="0" presStyleCnt="0"/>
      <dgm:spPr/>
    </dgm:pt>
    <dgm:pt modelId="{9BDC27DA-ABB9-4DD9-9613-FF0E5E949DFA}" type="pres">
      <dgm:prSet presAssocID="{543AC4EE-C0C4-4BAB-A6AA-0A625FEBC8ED}" presName="compNode" presStyleCnt="0"/>
      <dgm:spPr/>
    </dgm:pt>
    <dgm:pt modelId="{8D23E17D-B066-410A-B4A9-EB000A306771}" type="pres">
      <dgm:prSet presAssocID="{543AC4EE-C0C4-4BAB-A6AA-0A625FEBC8ED}" presName="iconBgRect" presStyleLbl="bgShp" presStyleIdx="4" presStyleCnt="5"/>
      <dgm:spPr/>
    </dgm:pt>
    <dgm:pt modelId="{E5D321BD-0AE1-45F6-A22B-C12CC1E2982C}" type="pres">
      <dgm:prSet presAssocID="{543AC4EE-C0C4-4BAB-A6AA-0A625FEBC8E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D4D0C804-5EFF-4724-8FD3-D542F94B9A1A}" type="pres">
      <dgm:prSet presAssocID="{543AC4EE-C0C4-4BAB-A6AA-0A625FEBC8ED}" presName="spaceRect" presStyleCnt="0"/>
      <dgm:spPr/>
    </dgm:pt>
    <dgm:pt modelId="{1E2198CD-00FF-4B07-9A3C-F70D7BF0D46E}" type="pres">
      <dgm:prSet presAssocID="{543AC4EE-C0C4-4BAB-A6AA-0A625FEBC8E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C8BFF00-6FB2-4C32-9BF6-0C9E331900A8}" srcId="{990C884E-6B2D-45CD-931B-2ECE9500A915}" destId="{7113F610-2495-4CEF-BC7B-42D780CE2C6F}" srcOrd="3" destOrd="0" parTransId="{DCA6B3EB-1D38-4E9A-8235-D1F2B0B80E9A}" sibTransId="{88D30982-515E-41A1-8ABE-2020679E863A}"/>
    <dgm:cxn modelId="{9ECE3E07-8871-440E-8237-47A7E8F18F03}" type="presOf" srcId="{99D935D0-75B9-4C74-B6BF-58AF1FEC09F8}" destId="{B4EC8CAA-3829-4AE3-9771-6CA9BAF32AD9}" srcOrd="0" destOrd="0" presId="urn:microsoft.com/office/officeart/2018/2/layout/IconCircleList"/>
    <dgm:cxn modelId="{4677E013-CC4F-4A1E-8FD0-90F2882A1027}" type="presOf" srcId="{543AC4EE-C0C4-4BAB-A6AA-0A625FEBC8ED}" destId="{1E2198CD-00FF-4B07-9A3C-F70D7BF0D46E}" srcOrd="0" destOrd="0" presId="urn:microsoft.com/office/officeart/2018/2/layout/IconCircleList"/>
    <dgm:cxn modelId="{FB0C7325-F241-408E-89FE-2D9699A90F39}" type="presOf" srcId="{0E114FFE-12B0-4EA8-A9B2-73F8F3311789}" destId="{A5D26202-B1EF-4676-A9FC-4E4B552FF7E1}" srcOrd="0" destOrd="0" presId="urn:microsoft.com/office/officeart/2018/2/layout/IconCircleList"/>
    <dgm:cxn modelId="{0C17AB28-1BD2-4CA5-A3A9-D3860B0E3928}" srcId="{990C884E-6B2D-45CD-931B-2ECE9500A915}" destId="{18267F27-9B4A-4426-B346-1A5F089C4673}" srcOrd="0" destOrd="0" parTransId="{E30D6CE5-289D-4622-8709-D1EA13283D37}" sibTransId="{99D935D0-75B9-4C74-B6BF-58AF1FEC09F8}"/>
    <dgm:cxn modelId="{F4513E2B-A4AA-47FA-ACA5-8E5AE4866436}" type="presOf" srcId="{88D30982-515E-41A1-8ABE-2020679E863A}" destId="{15328329-A474-417B-A78A-F2074BC1FD56}" srcOrd="0" destOrd="0" presId="urn:microsoft.com/office/officeart/2018/2/layout/IconCircleList"/>
    <dgm:cxn modelId="{4EDF8630-1394-4EAB-959D-76CD1961C552}" type="presOf" srcId="{EF0BD062-2774-4411-B741-0B39FAFCED7F}" destId="{739AE652-EC56-44ED-87F1-97ECC672C9C4}" srcOrd="0" destOrd="0" presId="urn:microsoft.com/office/officeart/2018/2/layout/IconCircleList"/>
    <dgm:cxn modelId="{7561855B-9195-4305-99FA-49B1CB3A9723}" type="presOf" srcId="{2B0DFFD2-B048-4BD5-9C64-E910FEB87A84}" destId="{710BDD13-F7E6-4BBB-B0B8-2D095CAFEFED}" srcOrd="0" destOrd="0" presId="urn:microsoft.com/office/officeart/2018/2/layout/IconCircleList"/>
    <dgm:cxn modelId="{DADB5E90-9427-4CB9-99F9-8BF9CFBF1998}" srcId="{990C884E-6B2D-45CD-931B-2ECE9500A915}" destId="{2B0DFFD2-B048-4BD5-9C64-E910FEB87A84}" srcOrd="2" destOrd="0" parTransId="{F4BDCEC9-D135-4881-BFA0-CA8891853715}" sibTransId="{868892CC-7262-4C0A-8074-97C27055A550}"/>
    <dgm:cxn modelId="{5B79BBA4-4AC7-4846-8E84-4762F86FCBAA}" type="presOf" srcId="{18267F27-9B4A-4426-B346-1A5F089C4673}" destId="{8A1F2B76-1ABB-4F21-8799-7971253949E3}" srcOrd="0" destOrd="0" presId="urn:microsoft.com/office/officeart/2018/2/layout/IconCircleList"/>
    <dgm:cxn modelId="{EC0329C9-4E63-4672-8EA2-389796550930}" type="presOf" srcId="{990C884E-6B2D-45CD-931B-2ECE9500A915}" destId="{966E3763-C431-4F72-ACF6-229E3E7AF5E3}" srcOrd="0" destOrd="0" presId="urn:microsoft.com/office/officeart/2018/2/layout/IconCircleList"/>
    <dgm:cxn modelId="{30853DCB-D0A3-4CC0-BD14-1DC41104E79E}" srcId="{990C884E-6B2D-45CD-931B-2ECE9500A915}" destId="{0E114FFE-12B0-4EA8-A9B2-73F8F3311789}" srcOrd="1" destOrd="0" parTransId="{33EC633E-0C75-4CA7-BEF5-3195CBEFAA2D}" sibTransId="{EF0BD062-2774-4411-B741-0B39FAFCED7F}"/>
    <dgm:cxn modelId="{DB4D9CCD-099F-4AB2-AAB4-1E0B29C14243}" type="presOf" srcId="{7113F610-2495-4CEF-BC7B-42D780CE2C6F}" destId="{47844CD7-2563-4DBF-828B-D77A6D712CBE}" srcOrd="0" destOrd="0" presId="urn:microsoft.com/office/officeart/2018/2/layout/IconCircleList"/>
    <dgm:cxn modelId="{BF5BD1DA-76E8-497D-8141-E551DFF08E43}" type="presOf" srcId="{868892CC-7262-4C0A-8074-97C27055A550}" destId="{3E4CABA6-9264-4422-95FA-283656CF8CF2}" srcOrd="0" destOrd="0" presId="urn:microsoft.com/office/officeart/2018/2/layout/IconCircleList"/>
    <dgm:cxn modelId="{583CFEDA-6106-480D-9EEE-02A3C9231F98}" srcId="{990C884E-6B2D-45CD-931B-2ECE9500A915}" destId="{543AC4EE-C0C4-4BAB-A6AA-0A625FEBC8ED}" srcOrd="4" destOrd="0" parTransId="{392EC8AD-9C80-4879-B7FF-36C676E8865F}" sibTransId="{3250A89C-AA9F-4E80-B566-8C2195C51308}"/>
    <dgm:cxn modelId="{762C4F6E-97E2-4706-A332-F2DA89F860CD}" type="presParOf" srcId="{966E3763-C431-4F72-ACF6-229E3E7AF5E3}" destId="{BB2B3C2A-CA6A-4CBC-AA7F-72F1F41A3121}" srcOrd="0" destOrd="0" presId="urn:microsoft.com/office/officeart/2018/2/layout/IconCircleList"/>
    <dgm:cxn modelId="{69494642-0E53-4C17-95F9-C03CC0403590}" type="presParOf" srcId="{BB2B3C2A-CA6A-4CBC-AA7F-72F1F41A3121}" destId="{E4F2EF05-0F52-4922-B891-3AFC1C059AEB}" srcOrd="0" destOrd="0" presId="urn:microsoft.com/office/officeart/2018/2/layout/IconCircleList"/>
    <dgm:cxn modelId="{7618C96D-1644-4091-9C69-7BA320AC64CF}" type="presParOf" srcId="{E4F2EF05-0F52-4922-B891-3AFC1C059AEB}" destId="{0D678DCE-E1B0-4679-A15F-BA885F474D1F}" srcOrd="0" destOrd="0" presId="urn:microsoft.com/office/officeart/2018/2/layout/IconCircleList"/>
    <dgm:cxn modelId="{454A9D5B-039C-44A9-9D06-F68BE99DECAF}" type="presParOf" srcId="{E4F2EF05-0F52-4922-B891-3AFC1C059AEB}" destId="{3065228F-3E9A-41AC-97DE-024F395E352A}" srcOrd="1" destOrd="0" presId="urn:microsoft.com/office/officeart/2018/2/layout/IconCircleList"/>
    <dgm:cxn modelId="{B38E5BCF-8E51-43B0-8E04-FB252CEF5FD8}" type="presParOf" srcId="{E4F2EF05-0F52-4922-B891-3AFC1C059AEB}" destId="{DC68FC2D-DA0C-4FE6-BB0A-8F6F1931786B}" srcOrd="2" destOrd="0" presId="urn:microsoft.com/office/officeart/2018/2/layout/IconCircleList"/>
    <dgm:cxn modelId="{6718B0D7-0D76-42F3-B05D-A4CF1D0C0C59}" type="presParOf" srcId="{E4F2EF05-0F52-4922-B891-3AFC1C059AEB}" destId="{8A1F2B76-1ABB-4F21-8799-7971253949E3}" srcOrd="3" destOrd="0" presId="urn:microsoft.com/office/officeart/2018/2/layout/IconCircleList"/>
    <dgm:cxn modelId="{22C680D8-0B0B-4D5D-83E4-899716B4C188}" type="presParOf" srcId="{BB2B3C2A-CA6A-4CBC-AA7F-72F1F41A3121}" destId="{B4EC8CAA-3829-4AE3-9771-6CA9BAF32AD9}" srcOrd="1" destOrd="0" presId="urn:microsoft.com/office/officeart/2018/2/layout/IconCircleList"/>
    <dgm:cxn modelId="{AD45A91C-6BB3-4E80-9672-1B06DE25C87A}" type="presParOf" srcId="{BB2B3C2A-CA6A-4CBC-AA7F-72F1F41A3121}" destId="{EA19CDDE-3751-4D1B-B4A4-E042D12C1B6C}" srcOrd="2" destOrd="0" presId="urn:microsoft.com/office/officeart/2018/2/layout/IconCircleList"/>
    <dgm:cxn modelId="{4A08DF41-10FE-412A-9FF1-9D407A6377A8}" type="presParOf" srcId="{EA19CDDE-3751-4D1B-B4A4-E042D12C1B6C}" destId="{3D7C295E-1D55-4D58-BE4B-EB3E8F126338}" srcOrd="0" destOrd="0" presId="urn:microsoft.com/office/officeart/2018/2/layout/IconCircleList"/>
    <dgm:cxn modelId="{CEEDC766-84F5-43B4-8184-0E8CA3FF5FC2}" type="presParOf" srcId="{EA19CDDE-3751-4D1B-B4A4-E042D12C1B6C}" destId="{349EF583-6A3E-418B-80B7-7512A54AA080}" srcOrd="1" destOrd="0" presId="urn:microsoft.com/office/officeart/2018/2/layout/IconCircleList"/>
    <dgm:cxn modelId="{E9B36D55-9CE8-406F-AA30-DF415D7F8329}" type="presParOf" srcId="{EA19CDDE-3751-4D1B-B4A4-E042D12C1B6C}" destId="{3AA72BBB-5B33-439D-AAD8-92C38705EBD0}" srcOrd="2" destOrd="0" presId="urn:microsoft.com/office/officeart/2018/2/layout/IconCircleList"/>
    <dgm:cxn modelId="{1951E01D-6CCC-4928-87CF-6215F6C9F684}" type="presParOf" srcId="{EA19CDDE-3751-4D1B-B4A4-E042D12C1B6C}" destId="{A5D26202-B1EF-4676-A9FC-4E4B552FF7E1}" srcOrd="3" destOrd="0" presId="urn:microsoft.com/office/officeart/2018/2/layout/IconCircleList"/>
    <dgm:cxn modelId="{4480E41D-1A11-488A-B164-52A026AB6247}" type="presParOf" srcId="{BB2B3C2A-CA6A-4CBC-AA7F-72F1F41A3121}" destId="{739AE652-EC56-44ED-87F1-97ECC672C9C4}" srcOrd="3" destOrd="0" presId="urn:microsoft.com/office/officeart/2018/2/layout/IconCircleList"/>
    <dgm:cxn modelId="{39BEB99C-2322-4A9B-A104-BFD52461A8B3}" type="presParOf" srcId="{BB2B3C2A-CA6A-4CBC-AA7F-72F1F41A3121}" destId="{681D3789-3733-49FD-A0C9-3C4291F6AD9B}" srcOrd="4" destOrd="0" presId="urn:microsoft.com/office/officeart/2018/2/layout/IconCircleList"/>
    <dgm:cxn modelId="{AFDF4E9C-602C-4F26-9408-B9853C8655D2}" type="presParOf" srcId="{681D3789-3733-49FD-A0C9-3C4291F6AD9B}" destId="{6EE505BD-22E4-460B-9554-D3EA85DE92DF}" srcOrd="0" destOrd="0" presId="urn:microsoft.com/office/officeart/2018/2/layout/IconCircleList"/>
    <dgm:cxn modelId="{4E74E6B6-9D53-4994-8F5A-2FA75067E885}" type="presParOf" srcId="{681D3789-3733-49FD-A0C9-3C4291F6AD9B}" destId="{1CBFFF5D-34AA-4DF4-9EFB-DF7F6F1A819A}" srcOrd="1" destOrd="0" presId="urn:microsoft.com/office/officeart/2018/2/layout/IconCircleList"/>
    <dgm:cxn modelId="{D76D25A6-6DCA-4B44-90A2-F93FDBBBB491}" type="presParOf" srcId="{681D3789-3733-49FD-A0C9-3C4291F6AD9B}" destId="{1DFE47F5-B4F8-4540-ABD1-42CE0C400756}" srcOrd="2" destOrd="0" presId="urn:microsoft.com/office/officeart/2018/2/layout/IconCircleList"/>
    <dgm:cxn modelId="{0EC50BB9-F0E0-4B16-9758-8EAEC1CD7096}" type="presParOf" srcId="{681D3789-3733-49FD-A0C9-3C4291F6AD9B}" destId="{710BDD13-F7E6-4BBB-B0B8-2D095CAFEFED}" srcOrd="3" destOrd="0" presId="urn:microsoft.com/office/officeart/2018/2/layout/IconCircleList"/>
    <dgm:cxn modelId="{D91F7332-B69D-4CB3-B529-D74ABF9E0D46}" type="presParOf" srcId="{BB2B3C2A-CA6A-4CBC-AA7F-72F1F41A3121}" destId="{3E4CABA6-9264-4422-95FA-283656CF8CF2}" srcOrd="5" destOrd="0" presId="urn:microsoft.com/office/officeart/2018/2/layout/IconCircleList"/>
    <dgm:cxn modelId="{78485403-56EA-419F-842A-F6D89A373B5A}" type="presParOf" srcId="{BB2B3C2A-CA6A-4CBC-AA7F-72F1F41A3121}" destId="{B6338C65-F385-4EF0-BB58-4AEF5B74B6BE}" srcOrd="6" destOrd="0" presId="urn:microsoft.com/office/officeart/2018/2/layout/IconCircleList"/>
    <dgm:cxn modelId="{B92AB18C-3367-451D-86C8-699FA32F3BC0}" type="presParOf" srcId="{B6338C65-F385-4EF0-BB58-4AEF5B74B6BE}" destId="{56E43571-BC5D-49E4-8D71-ECC71E8FE1A3}" srcOrd="0" destOrd="0" presId="urn:microsoft.com/office/officeart/2018/2/layout/IconCircleList"/>
    <dgm:cxn modelId="{1750D546-4BB4-4A1D-A995-9B5D7A3A0353}" type="presParOf" srcId="{B6338C65-F385-4EF0-BB58-4AEF5B74B6BE}" destId="{1D0D2AAD-7AA0-45FE-8A89-2A281DDC23D9}" srcOrd="1" destOrd="0" presId="urn:microsoft.com/office/officeart/2018/2/layout/IconCircleList"/>
    <dgm:cxn modelId="{8BC2A96E-4C27-4904-AD27-6633A3BD433E}" type="presParOf" srcId="{B6338C65-F385-4EF0-BB58-4AEF5B74B6BE}" destId="{6CFBAB9A-2069-4AB3-ABD8-71B3B0A64366}" srcOrd="2" destOrd="0" presId="urn:microsoft.com/office/officeart/2018/2/layout/IconCircleList"/>
    <dgm:cxn modelId="{B6035952-2C7B-4CE5-B8AF-9FC74F7AE2EB}" type="presParOf" srcId="{B6338C65-F385-4EF0-BB58-4AEF5B74B6BE}" destId="{47844CD7-2563-4DBF-828B-D77A6D712CBE}" srcOrd="3" destOrd="0" presId="urn:microsoft.com/office/officeart/2018/2/layout/IconCircleList"/>
    <dgm:cxn modelId="{3B0E93EE-C956-41DD-831D-59DDB6747DF3}" type="presParOf" srcId="{BB2B3C2A-CA6A-4CBC-AA7F-72F1F41A3121}" destId="{15328329-A474-417B-A78A-F2074BC1FD56}" srcOrd="7" destOrd="0" presId="urn:microsoft.com/office/officeart/2018/2/layout/IconCircleList"/>
    <dgm:cxn modelId="{7DD0B086-C0A9-4293-BB49-ECBDA8E96A10}" type="presParOf" srcId="{BB2B3C2A-CA6A-4CBC-AA7F-72F1F41A3121}" destId="{9BDC27DA-ABB9-4DD9-9613-FF0E5E949DFA}" srcOrd="8" destOrd="0" presId="urn:microsoft.com/office/officeart/2018/2/layout/IconCircleList"/>
    <dgm:cxn modelId="{FCBF5DF7-659A-4245-B7CF-7E79FB82FFF2}" type="presParOf" srcId="{9BDC27DA-ABB9-4DD9-9613-FF0E5E949DFA}" destId="{8D23E17D-B066-410A-B4A9-EB000A306771}" srcOrd="0" destOrd="0" presId="urn:microsoft.com/office/officeart/2018/2/layout/IconCircleList"/>
    <dgm:cxn modelId="{4F3CF347-3F91-46E2-8E96-728F31A98ABE}" type="presParOf" srcId="{9BDC27DA-ABB9-4DD9-9613-FF0E5E949DFA}" destId="{E5D321BD-0AE1-45F6-A22B-C12CC1E2982C}" srcOrd="1" destOrd="0" presId="urn:microsoft.com/office/officeart/2018/2/layout/IconCircleList"/>
    <dgm:cxn modelId="{B04004D1-5CAE-44E5-9DF4-86AC26FB7109}" type="presParOf" srcId="{9BDC27DA-ABB9-4DD9-9613-FF0E5E949DFA}" destId="{D4D0C804-5EFF-4724-8FD3-D542F94B9A1A}" srcOrd="2" destOrd="0" presId="urn:microsoft.com/office/officeart/2018/2/layout/IconCircleList"/>
    <dgm:cxn modelId="{7054DB46-6D72-4844-8B04-94B677F86BF0}" type="presParOf" srcId="{9BDC27DA-ABB9-4DD9-9613-FF0E5E949DFA}" destId="{1E2198CD-00FF-4B07-9A3C-F70D7BF0D46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A2204D-8A55-4078-B82A-2B6B6B9138C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1F7A427-9C9B-4D20-B8DF-1786E6B91D40}">
      <dgm:prSet/>
      <dgm:spPr/>
      <dgm:t>
        <a:bodyPr/>
        <a:lstStyle/>
        <a:p>
          <a:r>
            <a:rPr lang="en-US" dirty="0"/>
            <a:t>The Waterfall model is a more traditional, linear approach, differing significantly </a:t>
          </a:r>
          <a:r>
            <a:rPr lang="en-US"/>
            <a:t>from Agile</a:t>
          </a:r>
          <a:endParaRPr lang="en-US" dirty="0"/>
        </a:p>
      </dgm:t>
    </dgm:pt>
    <dgm:pt modelId="{527B426B-3203-408D-A999-32CECE1F9E03}" type="parTrans" cxnId="{AA337A17-3F6B-47FD-B845-64AE9106154F}">
      <dgm:prSet/>
      <dgm:spPr/>
      <dgm:t>
        <a:bodyPr/>
        <a:lstStyle/>
        <a:p>
          <a:endParaRPr lang="en-US"/>
        </a:p>
      </dgm:t>
    </dgm:pt>
    <dgm:pt modelId="{57CD9849-0824-4B8D-87D4-57B2345A4545}" type="sibTrans" cxnId="{AA337A17-3F6B-47FD-B845-64AE9106154F}">
      <dgm:prSet/>
      <dgm:spPr/>
      <dgm:t>
        <a:bodyPr/>
        <a:lstStyle/>
        <a:p>
          <a:endParaRPr lang="en-US"/>
        </a:p>
      </dgm:t>
    </dgm:pt>
    <dgm:pt modelId="{937A52C8-29B8-432D-94C6-185A9DF0283D}">
      <dgm:prSet/>
      <dgm:spPr/>
      <dgm:t>
        <a:bodyPr/>
        <a:lstStyle/>
        <a:p>
          <a:r>
            <a:rPr lang="en-US"/>
            <a:t>• Sequential Phases: Each stage needs to be fully completed before moving to the next, creating a rigid structure (Wright, 2022).</a:t>
          </a:r>
        </a:p>
      </dgm:t>
    </dgm:pt>
    <dgm:pt modelId="{6A3F6B31-92D2-4C23-95A8-E46E61B98400}" type="parTrans" cxnId="{34035D1B-D7D5-412B-ADD7-3A2BB2F7CD19}">
      <dgm:prSet/>
      <dgm:spPr/>
      <dgm:t>
        <a:bodyPr/>
        <a:lstStyle/>
        <a:p>
          <a:endParaRPr lang="en-US"/>
        </a:p>
      </dgm:t>
    </dgm:pt>
    <dgm:pt modelId="{4C2FADC9-38B7-4CD2-984C-603985B7C71E}" type="sibTrans" cxnId="{34035D1B-D7D5-412B-ADD7-3A2BB2F7CD19}">
      <dgm:prSet/>
      <dgm:spPr/>
      <dgm:t>
        <a:bodyPr/>
        <a:lstStyle/>
        <a:p>
          <a:endParaRPr lang="en-US"/>
        </a:p>
      </dgm:t>
    </dgm:pt>
    <dgm:pt modelId="{395086AB-9206-4D62-B835-294C84C8494E}">
      <dgm:prSet/>
      <dgm:spPr/>
      <dgm:t>
        <a:bodyPr/>
        <a:lstStyle/>
        <a:p>
          <a:r>
            <a:rPr lang="en-US"/>
            <a:t>• Limited Flexibility: Changes are harder to incorporate once the project begins, which can make it challenging to adapt mid-project.</a:t>
          </a:r>
        </a:p>
      </dgm:t>
    </dgm:pt>
    <dgm:pt modelId="{A5A53326-1F50-486A-B715-390F182AAA5A}" type="parTrans" cxnId="{9AC86FB4-00A4-4A4C-A3F1-658BF70B2007}">
      <dgm:prSet/>
      <dgm:spPr/>
      <dgm:t>
        <a:bodyPr/>
        <a:lstStyle/>
        <a:p>
          <a:endParaRPr lang="en-US"/>
        </a:p>
      </dgm:t>
    </dgm:pt>
    <dgm:pt modelId="{8594A527-94BD-4A0D-B61E-D02EE5719F9A}" type="sibTrans" cxnId="{9AC86FB4-00A4-4A4C-A3F1-658BF70B2007}">
      <dgm:prSet/>
      <dgm:spPr/>
      <dgm:t>
        <a:bodyPr/>
        <a:lstStyle/>
        <a:p>
          <a:endParaRPr lang="en-US"/>
        </a:p>
      </dgm:t>
    </dgm:pt>
    <dgm:pt modelId="{057A131A-6892-455A-8F2B-1099948832A3}">
      <dgm:prSet/>
      <dgm:spPr/>
      <dgm:t>
        <a:bodyPr/>
        <a:lstStyle/>
        <a:p>
          <a:r>
            <a:rPr lang="en-US"/>
            <a:t>• Delayed Feedback: Most feedback is gathered after the product is built, so issues can only be addressed late in the process.</a:t>
          </a:r>
        </a:p>
      </dgm:t>
    </dgm:pt>
    <dgm:pt modelId="{698F040D-F4EC-442F-93C1-2E8AE4DEF13C}" type="parTrans" cxnId="{8969BA06-0A40-4DC1-97C8-FAF8C0423AE5}">
      <dgm:prSet/>
      <dgm:spPr/>
      <dgm:t>
        <a:bodyPr/>
        <a:lstStyle/>
        <a:p>
          <a:endParaRPr lang="en-US"/>
        </a:p>
      </dgm:t>
    </dgm:pt>
    <dgm:pt modelId="{F649F1D2-3506-4D60-A3E0-8F8FE37EFEC8}" type="sibTrans" cxnId="{8969BA06-0A40-4DC1-97C8-FAF8C0423AE5}">
      <dgm:prSet/>
      <dgm:spPr/>
      <dgm:t>
        <a:bodyPr/>
        <a:lstStyle/>
        <a:p>
          <a:endParaRPr lang="en-US"/>
        </a:p>
      </dgm:t>
    </dgm:pt>
    <dgm:pt modelId="{9DFBE220-870E-4287-A56F-7582D537117D}">
      <dgm:prSet/>
      <dgm:spPr/>
      <dgm:t>
        <a:bodyPr/>
        <a:lstStyle/>
        <a:p>
          <a:r>
            <a:rPr lang="en-US"/>
            <a:t>Example: In a Waterfall project, a change in requirements might mean redoing several phases, whereas Agile could adapt within a sprint.</a:t>
          </a:r>
        </a:p>
      </dgm:t>
    </dgm:pt>
    <dgm:pt modelId="{93050503-B374-4F50-B6E6-8C8D090809A5}" type="parTrans" cxnId="{EFB89543-056B-462E-B8AB-F9E28F48904B}">
      <dgm:prSet/>
      <dgm:spPr/>
      <dgm:t>
        <a:bodyPr/>
        <a:lstStyle/>
        <a:p>
          <a:endParaRPr lang="en-US"/>
        </a:p>
      </dgm:t>
    </dgm:pt>
    <dgm:pt modelId="{5E813858-AEDD-47C2-B864-7A6473AB0526}" type="sibTrans" cxnId="{EFB89543-056B-462E-B8AB-F9E28F48904B}">
      <dgm:prSet/>
      <dgm:spPr/>
      <dgm:t>
        <a:bodyPr/>
        <a:lstStyle/>
        <a:p>
          <a:endParaRPr lang="en-US"/>
        </a:p>
      </dgm:t>
    </dgm:pt>
    <dgm:pt modelId="{257E2A3C-E835-6D48-A1B6-6B7875564B04}" type="pres">
      <dgm:prSet presAssocID="{B4A2204D-8A55-4078-B82A-2B6B6B9138C7}" presName="outerComposite" presStyleCnt="0">
        <dgm:presLayoutVars>
          <dgm:chMax val="5"/>
          <dgm:dir/>
          <dgm:resizeHandles val="exact"/>
        </dgm:presLayoutVars>
      </dgm:prSet>
      <dgm:spPr/>
    </dgm:pt>
    <dgm:pt modelId="{CCA8A6DB-CBAD-474F-9B84-D3C47515482E}" type="pres">
      <dgm:prSet presAssocID="{B4A2204D-8A55-4078-B82A-2B6B6B9138C7}" presName="dummyMaxCanvas" presStyleCnt="0">
        <dgm:presLayoutVars/>
      </dgm:prSet>
      <dgm:spPr/>
    </dgm:pt>
    <dgm:pt modelId="{06759D4F-11C9-1446-B9EC-8478954A881B}" type="pres">
      <dgm:prSet presAssocID="{B4A2204D-8A55-4078-B82A-2B6B6B9138C7}" presName="FiveNodes_1" presStyleLbl="node1" presStyleIdx="0" presStyleCnt="5">
        <dgm:presLayoutVars>
          <dgm:bulletEnabled val="1"/>
        </dgm:presLayoutVars>
      </dgm:prSet>
      <dgm:spPr/>
    </dgm:pt>
    <dgm:pt modelId="{1E3CF780-96CF-0644-AB74-9F9C4AAB2FF0}" type="pres">
      <dgm:prSet presAssocID="{B4A2204D-8A55-4078-B82A-2B6B6B9138C7}" presName="FiveNodes_2" presStyleLbl="node1" presStyleIdx="1" presStyleCnt="5">
        <dgm:presLayoutVars>
          <dgm:bulletEnabled val="1"/>
        </dgm:presLayoutVars>
      </dgm:prSet>
      <dgm:spPr/>
    </dgm:pt>
    <dgm:pt modelId="{F0F00A53-C73E-9643-BF36-790F2185972C}" type="pres">
      <dgm:prSet presAssocID="{B4A2204D-8A55-4078-B82A-2B6B6B9138C7}" presName="FiveNodes_3" presStyleLbl="node1" presStyleIdx="2" presStyleCnt="5">
        <dgm:presLayoutVars>
          <dgm:bulletEnabled val="1"/>
        </dgm:presLayoutVars>
      </dgm:prSet>
      <dgm:spPr/>
    </dgm:pt>
    <dgm:pt modelId="{6279A779-738D-CA47-A6D0-04EF0A15A823}" type="pres">
      <dgm:prSet presAssocID="{B4A2204D-8A55-4078-B82A-2B6B6B9138C7}" presName="FiveNodes_4" presStyleLbl="node1" presStyleIdx="3" presStyleCnt="5">
        <dgm:presLayoutVars>
          <dgm:bulletEnabled val="1"/>
        </dgm:presLayoutVars>
      </dgm:prSet>
      <dgm:spPr/>
    </dgm:pt>
    <dgm:pt modelId="{4B3BE582-1C9B-D44B-95F9-99438D831F89}" type="pres">
      <dgm:prSet presAssocID="{B4A2204D-8A55-4078-B82A-2B6B6B9138C7}" presName="FiveNodes_5" presStyleLbl="node1" presStyleIdx="4" presStyleCnt="5">
        <dgm:presLayoutVars>
          <dgm:bulletEnabled val="1"/>
        </dgm:presLayoutVars>
      </dgm:prSet>
      <dgm:spPr/>
    </dgm:pt>
    <dgm:pt modelId="{5C421916-639D-2B4D-B854-79456F5D73D6}" type="pres">
      <dgm:prSet presAssocID="{B4A2204D-8A55-4078-B82A-2B6B6B9138C7}" presName="FiveConn_1-2" presStyleLbl="fgAccFollowNode1" presStyleIdx="0" presStyleCnt="4">
        <dgm:presLayoutVars>
          <dgm:bulletEnabled val="1"/>
        </dgm:presLayoutVars>
      </dgm:prSet>
      <dgm:spPr/>
    </dgm:pt>
    <dgm:pt modelId="{CBB920F3-9A00-F848-AB75-96821C570F4C}" type="pres">
      <dgm:prSet presAssocID="{B4A2204D-8A55-4078-B82A-2B6B6B9138C7}" presName="FiveConn_2-3" presStyleLbl="fgAccFollowNode1" presStyleIdx="1" presStyleCnt="4">
        <dgm:presLayoutVars>
          <dgm:bulletEnabled val="1"/>
        </dgm:presLayoutVars>
      </dgm:prSet>
      <dgm:spPr/>
    </dgm:pt>
    <dgm:pt modelId="{B63658CA-270A-9F48-A259-6A4CF32A27D1}" type="pres">
      <dgm:prSet presAssocID="{B4A2204D-8A55-4078-B82A-2B6B6B9138C7}" presName="FiveConn_3-4" presStyleLbl="fgAccFollowNode1" presStyleIdx="2" presStyleCnt="4">
        <dgm:presLayoutVars>
          <dgm:bulletEnabled val="1"/>
        </dgm:presLayoutVars>
      </dgm:prSet>
      <dgm:spPr/>
    </dgm:pt>
    <dgm:pt modelId="{BE443948-4CA8-1744-A1D6-B0BE98A9E7ED}" type="pres">
      <dgm:prSet presAssocID="{B4A2204D-8A55-4078-B82A-2B6B6B9138C7}" presName="FiveConn_4-5" presStyleLbl="fgAccFollowNode1" presStyleIdx="3" presStyleCnt="4">
        <dgm:presLayoutVars>
          <dgm:bulletEnabled val="1"/>
        </dgm:presLayoutVars>
      </dgm:prSet>
      <dgm:spPr/>
    </dgm:pt>
    <dgm:pt modelId="{BEEA9049-32C0-1747-8986-1E7DB4E24529}" type="pres">
      <dgm:prSet presAssocID="{B4A2204D-8A55-4078-B82A-2B6B6B9138C7}" presName="FiveNodes_1_text" presStyleLbl="node1" presStyleIdx="4" presStyleCnt="5">
        <dgm:presLayoutVars>
          <dgm:bulletEnabled val="1"/>
        </dgm:presLayoutVars>
      </dgm:prSet>
      <dgm:spPr/>
    </dgm:pt>
    <dgm:pt modelId="{8FF19539-8235-3A4D-A927-018437407A56}" type="pres">
      <dgm:prSet presAssocID="{B4A2204D-8A55-4078-B82A-2B6B6B9138C7}" presName="FiveNodes_2_text" presStyleLbl="node1" presStyleIdx="4" presStyleCnt="5">
        <dgm:presLayoutVars>
          <dgm:bulletEnabled val="1"/>
        </dgm:presLayoutVars>
      </dgm:prSet>
      <dgm:spPr/>
    </dgm:pt>
    <dgm:pt modelId="{B7829347-BEFE-5B4F-83B2-AC81B74AEFA6}" type="pres">
      <dgm:prSet presAssocID="{B4A2204D-8A55-4078-B82A-2B6B6B9138C7}" presName="FiveNodes_3_text" presStyleLbl="node1" presStyleIdx="4" presStyleCnt="5">
        <dgm:presLayoutVars>
          <dgm:bulletEnabled val="1"/>
        </dgm:presLayoutVars>
      </dgm:prSet>
      <dgm:spPr/>
    </dgm:pt>
    <dgm:pt modelId="{69509810-5503-0543-9A51-54B6A566C74C}" type="pres">
      <dgm:prSet presAssocID="{B4A2204D-8A55-4078-B82A-2B6B6B9138C7}" presName="FiveNodes_4_text" presStyleLbl="node1" presStyleIdx="4" presStyleCnt="5">
        <dgm:presLayoutVars>
          <dgm:bulletEnabled val="1"/>
        </dgm:presLayoutVars>
      </dgm:prSet>
      <dgm:spPr/>
    </dgm:pt>
    <dgm:pt modelId="{1FAEDE78-F474-9746-BE58-A8833259F257}" type="pres">
      <dgm:prSet presAssocID="{B4A2204D-8A55-4078-B82A-2B6B6B9138C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CDF4E02-C3EB-0041-B835-F28426ACAB80}" type="presOf" srcId="{61F7A427-9C9B-4D20-B8DF-1786E6B91D40}" destId="{06759D4F-11C9-1446-B9EC-8478954A881B}" srcOrd="0" destOrd="0" presId="urn:microsoft.com/office/officeart/2005/8/layout/vProcess5"/>
    <dgm:cxn modelId="{1391D903-94B1-DA47-8178-00DCBCDB8443}" type="presOf" srcId="{057A131A-6892-455A-8F2B-1099948832A3}" destId="{6279A779-738D-CA47-A6D0-04EF0A15A823}" srcOrd="0" destOrd="0" presId="urn:microsoft.com/office/officeart/2005/8/layout/vProcess5"/>
    <dgm:cxn modelId="{584DB605-C7F6-7E42-B702-60B706986CF8}" type="presOf" srcId="{395086AB-9206-4D62-B835-294C84C8494E}" destId="{F0F00A53-C73E-9643-BF36-790F2185972C}" srcOrd="0" destOrd="0" presId="urn:microsoft.com/office/officeart/2005/8/layout/vProcess5"/>
    <dgm:cxn modelId="{8969BA06-0A40-4DC1-97C8-FAF8C0423AE5}" srcId="{B4A2204D-8A55-4078-B82A-2B6B6B9138C7}" destId="{057A131A-6892-455A-8F2B-1099948832A3}" srcOrd="3" destOrd="0" parTransId="{698F040D-F4EC-442F-93C1-2E8AE4DEF13C}" sibTransId="{F649F1D2-3506-4D60-A3E0-8F8FE37EFEC8}"/>
    <dgm:cxn modelId="{B27CFB0A-CBF3-B14C-A959-C525BE3F6A90}" type="presOf" srcId="{9DFBE220-870E-4287-A56F-7582D537117D}" destId="{1FAEDE78-F474-9746-BE58-A8833259F257}" srcOrd="1" destOrd="0" presId="urn:microsoft.com/office/officeart/2005/8/layout/vProcess5"/>
    <dgm:cxn modelId="{57B80E0D-EB54-474D-888A-D69C29B4FBBA}" type="presOf" srcId="{395086AB-9206-4D62-B835-294C84C8494E}" destId="{B7829347-BEFE-5B4F-83B2-AC81B74AEFA6}" srcOrd="1" destOrd="0" presId="urn:microsoft.com/office/officeart/2005/8/layout/vProcess5"/>
    <dgm:cxn modelId="{88210310-CA8C-C244-BFEF-1D737E420C88}" type="presOf" srcId="{61F7A427-9C9B-4D20-B8DF-1786E6B91D40}" destId="{BEEA9049-32C0-1747-8986-1E7DB4E24529}" srcOrd="1" destOrd="0" presId="urn:microsoft.com/office/officeart/2005/8/layout/vProcess5"/>
    <dgm:cxn modelId="{964ABA12-481C-9D4A-B63E-45F1F366132D}" type="presOf" srcId="{937A52C8-29B8-432D-94C6-185A9DF0283D}" destId="{8FF19539-8235-3A4D-A927-018437407A56}" srcOrd="1" destOrd="0" presId="urn:microsoft.com/office/officeart/2005/8/layout/vProcess5"/>
    <dgm:cxn modelId="{AA337A17-3F6B-47FD-B845-64AE9106154F}" srcId="{B4A2204D-8A55-4078-B82A-2B6B6B9138C7}" destId="{61F7A427-9C9B-4D20-B8DF-1786E6B91D40}" srcOrd="0" destOrd="0" parTransId="{527B426B-3203-408D-A999-32CECE1F9E03}" sibTransId="{57CD9849-0824-4B8D-87D4-57B2345A4545}"/>
    <dgm:cxn modelId="{34035D1B-D7D5-412B-ADD7-3A2BB2F7CD19}" srcId="{B4A2204D-8A55-4078-B82A-2B6B6B9138C7}" destId="{937A52C8-29B8-432D-94C6-185A9DF0283D}" srcOrd="1" destOrd="0" parTransId="{6A3F6B31-92D2-4C23-95A8-E46E61B98400}" sibTransId="{4C2FADC9-38B7-4CD2-984C-603985B7C71E}"/>
    <dgm:cxn modelId="{FBFCCD2A-0FFF-4F4C-816E-9AABCE6D3E98}" type="presOf" srcId="{57CD9849-0824-4B8D-87D4-57B2345A4545}" destId="{5C421916-639D-2B4D-B854-79456F5D73D6}" srcOrd="0" destOrd="0" presId="urn:microsoft.com/office/officeart/2005/8/layout/vProcess5"/>
    <dgm:cxn modelId="{180EF630-D65A-5446-8009-BDD4BDFAFDAA}" type="presOf" srcId="{057A131A-6892-455A-8F2B-1099948832A3}" destId="{69509810-5503-0543-9A51-54B6A566C74C}" srcOrd="1" destOrd="0" presId="urn:microsoft.com/office/officeart/2005/8/layout/vProcess5"/>
    <dgm:cxn modelId="{EFB89543-056B-462E-B8AB-F9E28F48904B}" srcId="{B4A2204D-8A55-4078-B82A-2B6B6B9138C7}" destId="{9DFBE220-870E-4287-A56F-7582D537117D}" srcOrd="4" destOrd="0" parTransId="{93050503-B374-4F50-B6E6-8C8D090809A5}" sibTransId="{5E813858-AEDD-47C2-B864-7A6473AB0526}"/>
    <dgm:cxn modelId="{CF40C84D-6BB2-EC42-9D60-15016874F051}" type="presOf" srcId="{B4A2204D-8A55-4078-B82A-2B6B6B9138C7}" destId="{257E2A3C-E835-6D48-A1B6-6B7875564B04}" srcOrd="0" destOrd="0" presId="urn:microsoft.com/office/officeart/2005/8/layout/vProcess5"/>
    <dgm:cxn modelId="{7C85F250-98F2-A04F-8F1A-AF206A7F1980}" type="presOf" srcId="{4C2FADC9-38B7-4CD2-984C-603985B7C71E}" destId="{CBB920F3-9A00-F848-AB75-96821C570F4C}" srcOrd="0" destOrd="0" presId="urn:microsoft.com/office/officeart/2005/8/layout/vProcess5"/>
    <dgm:cxn modelId="{2806865E-310A-8940-99FD-751946A3544D}" type="presOf" srcId="{8594A527-94BD-4A0D-B61E-D02EE5719F9A}" destId="{B63658CA-270A-9F48-A259-6A4CF32A27D1}" srcOrd="0" destOrd="0" presId="urn:microsoft.com/office/officeart/2005/8/layout/vProcess5"/>
    <dgm:cxn modelId="{56686C66-27F2-F040-970F-19C21AC0287E}" type="presOf" srcId="{F649F1D2-3506-4D60-A3E0-8F8FE37EFEC8}" destId="{BE443948-4CA8-1744-A1D6-B0BE98A9E7ED}" srcOrd="0" destOrd="0" presId="urn:microsoft.com/office/officeart/2005/8/layout/vProcess5"/>
    <dgm:cxn modelId="{BC9E468B-9CE9-9E4C-8883-80C023A9B940}" type="presOf" srcId="{9DFBE220-870E-4287-A56F-7582D537117D}" destId="{4B3BE582-1C9B-D44B-95F9-99438D831F89}" srcOrd="0" destOrd="0" presId="urn:microsoft.com/office/officeart/2005/8/layout/vProcess5"/>
    <dgm:cxn modelId="{9AC86FB4-00A4-4A4C-A3F1-658BF70B2007}" srcId="{B4A2204D-8A55-4078-B82A-2B6B6B9138C7}" destId="{395086AB-9206-4D62-B835-294C84C8494E}" srcOrd="2" destOrd="0" parTransId="{A5A53326-1F50-486A-B715-390F182AAA5A}" sibTransId="{8594A527-94BD-4A0D-B61E-D02EE5719F9A}"/>
    <dgm:cxn modelId="{E1DB0DDD-1BD4-384A-AF31-C12B285CDE9E}" type="presOf" srcId="{937A52C8-29B8-432D-94C6-185A9DF0283D}" destId="{1E3CF780-96CF-0644-AB74-9F9C4AAB2FF0}" srcOrd="0" destOrd="0" presId="urn:microsoft.com/office/officeart/2005/8/layout/vProcess5"/>
    <dgm:cxn modelId="{B21EBB59-E9D6-CA45-BCFC-DA041C729217}" type="presParOf" srcId="{257E2A3C-E835-6D48-A1B6-6B7875564B04}" destId="{CCA8A6DB-CBAD-474F-9B84-D3C47515482E}" srcOrd="0" destOrd="0" presId="urn:microsoft.com/office/officeart/2005/8/layout/vProcess5"/>
    <dgm:cxn modelId="{70EFB638-6329-AE47-8A85-62EC1C9CD2D3}" type="presParOf" srcId="{257E2A3C-E835-6D48-A1B6-6B7875564B04}" destId="{06759D4F-11C9-1446-B9EC-8478954A881B}" srcOrd="1" destOrd="0" presId="urn:microsoft.com/office/officeart/2005/8/layout/vProcess5"/>
    <dgm:cxn modelId="{3F6512C3-BA29-CD41-ACA9-8001C01123F8}" type="presParOf" srcId="{257E2A3C-E835-6D48-A1B6-6B7875564B04}" destId="{1E3CF780-96CF-0644-AB74-9F9C4AAB2FF0}" srcOrd="2" destOrd="0" presId="urn:microsoft.com/office/officeart/2005/8/layout/vProcess5"/>
    <dgm:cxn modelId="{BA51BDAE-ACC8-7B40-B7DC-63FE1DB4B4AB}" type="presParOf" srcId="{257E2A3C-E835-6D48-A1B6-6B7875564B04}" destId="{F0F00A53-C73E-9643-BF36-790F2185972C}" srcOrd="3" destOrd="0" presId="urn:microsoft.com/office/officeart/2005/8/layout/vProcess5"/>
    <dgm:cxn modelId="{995E8667-10F0-CA4F-A116-B72F4A120A0D}" type="presParOf" srcId="{257E2A3C-E835-6D48-A1B6-6B7875564B04}" destId="{6279A779-738D-CA47-A6D0-04EF0A15A823}" srcOrd="4" destOrd="0" presId="urn:microsoft.com/office/officeart/2005/8/layout/vProcess5"/>
    <dgm:cxn modelId="{33E13B7A-8D72-0849-8474-11CD22D1CDDD}" type="presParOf" srcId="{257E2A3C-E835-6D48-A1B6-6B7875564B04}" destId="{4B3BE582-1C9B-D44B-95F9-99438D831F89}" srcOrd="5" destOrd="0" presId="urn:microsoft.com/office/officeart/2005/8/layout/vProcess5"/>
    <dgm:cxn modelId="{F1C6676C-47CD-C54B-9C29-46496EB7C7D9}" type="presParOf" srcId="{257E2A3C-E835-6D48-A1B6-6B7875564B04}" destId="{5C421916-639D-2B4D-B854-79456F5D73D6}" srcOrd="6" destOrd="0" presId="urn:microsoft.com/office/officeart/2005/8/layout/vProcess5"/>
    <dgm:cxn modelId="{7FC84A5F-CD07-9549-A6C2-E92D38A70180}" type="presParOf" srcId="{257E2A3C-E835-6D48-A1B6-6B7875564B04}" destId="{CBB920F3-9A00-F848-AB75-96821C570F4C}" srcOrd="7" destOrd="0" presId="urn:microsoft.com/office/officeart/2005/8/layout/vProcess5"/>
    <dgm:cxn modelId="{0086DC25-711F-454D-8F98-A5576133CEBF}" type="presParOf" srcId="{257E2A3C-E835-6D48-A1B6-6B7875564B04}" destId="{B63658CA-270A-9F48-A259-6A4CF32A27D1}" srcOrd="8" destOrd="0" presId="urn:microsoft.com/office/officeart/2005/8/layout/vProcess5"/>
    <dgm:cxn modelId="{DD56C25D-ADDD-724B-906F-9669BCF220DC}" type="presParOf" srcId="{257E2A3C-E835-6D48-A1B6-6B7875564B04}" destId="{BE443948-4CA8-1744-A1D6-B0BE98A9E7ED}" srcOrd="9" destOrd="0" presId="urn:microsoft.com/office/officeart/2005/8/layout/vProcess5"/>
    <dgm:cxn modelId="{347AC0FA-B388-C549-A8A0-B97A10C7DACF}" type="presParOf" srcId="{257E2A3C-E835-6D48-A1B6-6B7875564B04}" destId="{BEEA9049-32C0-1747-8986-1E7DB4E24529}" srcOrd="10" destOrd="0" presId="urn:microsoft.com/office/officeart/2005/8/layout/vProcess5"/>
    <dgm:cxn modelId="{7A14A74A-FAA4-F84E-8CCE-A5AD71C0AE55}" type="presParOf" srcId="{257E2A3C-E835-6D48-A1B6-6B7875564B04}" destId="{8FF19539-8235-3A4D-A927-018437407A56}" srcOrd="11" destOrd="0" presId="urn:microsoft.com/office/officeart/2005/8/layout/vProcess5"/>
    <dgm:cxn modelId="{1E434187-72B4-3D4D-8CD2-B82BA6474167}" type="presParOf" srcId="{257E2A3C-E835-6D48-A1B6-6B7875564B04}" destId="{B7829347-BEFE-5B4F-83B2-AC81B74AEFA6}" srcOrd="12" destOrd="0" presId="urn:microsoft.com/office/officeart/2005/8/layout/vProcess5"/>
    <dgm:cxn modelId="{3B74A306-1EB1-2F4B-93E7-8BAEFBE24CA1}" type="presParOf" srcId="{257E2A3C-E835-6D48-A1B6-6B7875564B04}" destId="{69509810-5503-0543-9A51-54B6A566C74C}" srcOrd="13" destOrd="0" presId="urn:microsoft.com/office/officeart/2005/8/layout/vProcess5"/>
    <dgm:cxn modelId="{33CBB262-0DD4-4B42-B6E0-FB953965D8DA}" type="presParOf" srcId="{257E2A3C-E835-6D48-A1B6-6B7875564B04}" destId="{1FAEDE78-F474-9746-BE58-A8833259F25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70AF24-67BB-42EA-BD44-3E8302B0E7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987DA6-2793-4CC8-81DD-22575EAE7D7E}">
      <dgm:prSet/>
      <dgm:spPr/>
      <dgm:t>
        <a:bodyPr/>
        <a:lstStyle/>
        <a:p>
          <a:r>
            <a:rPr lang="en-US"/>
            <a:t>When deciding between Agile and Waterfall, consider these factors:</a:t>
          </a:r>
        </a:p>
      </dgm:t>
    </dgm:pt>
    <dgm:pt modelId="{58A56E6C-3E98-4E5B-AAEE-69C05A44CBF5}" type="parTrans" cxnId="{5F2CEE77-01B2-4FD9-8125-63B440FAB1B2}">
      <dgm:prSet/>
      <dgm:spPr/>
      <dgm:t>
        <a:bodyPr/>
        <a:lstStyle/>
        <a:p>
          <a:endParaRPr lang="en-US"/>
        </a:p>
      </dgm:t>
    </dgm:pt>
    <dgm:pt modelId="{0B446447-50E3-46ED-A228-ECA1E9CFD4A3}" type="sibTrans" cxnId="{5F2CEE77-01B2-4FD9-8125-63B440FAB1B2}">
      <dgm:prSet/>
      <dgm:spPr/>
      <dgm:t>
        <a:bodyPr/>
        <a:lstStyle/>
        <a:p>
          <a:endParaRPr lang="en-US"/>
        </a:p>
      </dgm:t>
    </dgm:pt>
    <dgm:pt modelId="{8408F15A-7C57-480E-9BFE-1CB5386A9A94}">
      <dgm:prSet/>
      <dgm:spPr/>
      <dgm:t>
        <a:bodyPr/>
        <a:lstStyle/>
        <a:p>
          <a:r>
            <a:rPr lang="en-US"/>
            <a:t>• Project Complexity: Agile is best for complex, evolving projects; Waterfall suits projects with well-defined requirements (Codington-Lacerte, 2024).</a:t>
          </a:r>
        </a:p>
      </dgm:t>
    </dgm:pt>
    <dgm:pt modelId="{1F376EBA-1F52-4EE6-99DD-ED9982C2263D}" type="parTrans" cxnId="{C6EE4273-16EC-46BC-855C-A2994D48B9BF}">
      <dgm:prSet/>
      <dgm:spPr/>
      <dgm:t>
        <a:bodyPr/>
        <a:lstStyle/>
        <a:p>
          <a:endParaRPr lang="en-US"/>
        </a:p>
      </dgm:t>
    </dgm:pt>
    <dgm:pt modelId="{9420378B-1EE4-45C8-85B6-C04061DE1013}" type="sibTrans" cxnId="{C6EE4273-16EC-46BC-855C-A2994D48B9BF}">
      <dgm:prSet/>
      <dgm:spPr/>
      <dgm:t>
        <a:bodyPr/>
        <a:lstStyle/>
        <a:p>
          <a:endParaRPr lang="en-US"/>
        </a:p>
      </dgm:t>
    </dgm:pt>
    <dgm:pt modelId="{F496A172-F79D-415C-ABF8-438890C4A8CD}">
      <dgm:prSet/>
      <dgm:spPr/>
      <dgm:t>
        <a:bodyPr/>
        <a:lstStyle/>
        <a:p>
          <a:r>
            <a:rPr lang="en-US"/>
            <a:t>• Stakeholder Involvement: Agile encourages regular feedback, making it ideal for projects needing frequent input. Waterfall typically waits until project completion.</a:t>
          </a:r>
        </a:p>
      </dgm:t>
    </dgm:pt>
    <dgm:pt modelId="{1E479FCB-5C4D-4CCB-921D-2B108A745164}" type="parTrans" cxnId="{8078F3AE-577B-4822-88CA-9CA571FDE91E}">
      <dgm:prSet/>
      <dgm:spPr/>
      <dgm:t>
        <a:bodyPr/>
        <a:lstStyle/>
        <a:p>
          <a:endParaRPr lang="en-US"/>
        </a:p>
      </dgm:t>
    </dgm:pt>
    <dgm:pt modelId="{E5AD961F-1C53-4061-8AE1-5A20D4E79D76}" type="sibTrans" cxnId="{8078F3AE-577B-4822-88CA-9CA571FDE91E}">
      <dgm:prSet/>
      <dgm:spPr/>
      <dgm:t>
        <a:bodyPr/>
        <a:lstStyle/>
        <a:p>
          <a:endParaRPr lang="en-US"/>
        </a:p>
      </dgm:t>
    </dgm:pt>
    <dgm:pt modelId="{196A605C-182A-4C61-8B8D-55FB66C142CB}">
      <dgm:prSet/>
      <dgm:spPr/>
      <dgm:t>
        <a:bodyPr/>
        <a:lstStyle/>
        <a:p>
          <a:r>
            <a:rPr lang="en-US"/>
            <a:t>• Adaptability: Agile allows iterative changes; Waterfall follows a fixed sequence that’s harder to adjust.</a:t>
          </a:r>
        </a:p>
      </dgm:t>
    </dgm:pt>
    <dgm:pt modelId="{8DDB4F57-BB1C-40EE-A603-71EA3362925D}" type="parTrans" cxnId="{AF789CF6-3B08-4E39-BFED-BD0A3E1DA089}">
      <dgm:prSet/>
      <dgm:spPr/>
      <dgm:t>
        <a:bodyPr/>
        <a:lstStyle/>
        <a:p>
          <a:endParaRPr lang="en-US"/>
        </a:p>
      </dgm:t>
    </dgm:pt>
    <dgm:pt modelId="{39B72F00-1BF1-4648-85C9-32A7048171EF}" type="sibTrans" cxnId="{AF789CF6-3B08-4E39-BFED-BD0A3E1DA089}">
      <dgm:prSet/>
      <dgm:spPr/>
      <dgm:t>
        <a:bodyPr/>
        <a:lstStyle/>
        <a:p>
          <a:endParaRPr lang="en-US"/>
        </a:p>
      </dgm:t>
    </dgm:pt>
    <dgm:pt modelId="{7A9D3801-9BCF-495B-AB74-3D8FCAAE5EB6}">
      <dgm:prSet/>
      <dgm:spPr/>
      <dgm:t>
        <a:bodyPr/>
        <a:lstStyle/>
        <a:p>
          <a:r>
            <a:rPr lang="en-US"/>
            <a:t>For projects that require adaptability and constant feedback, Agile is often a better fit. For structured, clear-cut projects, Waterfall may be more suitable.</a:t>
          </a:r>
        </a:p>
      </dgm:t>
    </dgm:pt>
    <dgm:pt modelId="{E39044FA-72FE-493A-B62D-39CD4D1D6FEF}" type="parTrans" cxnId="{93EF7168-D9B0-44E8-8EC6-5A2A245D296A}">
      <dgm:prSet/>
      <dgm:spPr/>
      <dgm:t>
        <a:bodyPr/>
        <a:lstStyle/>
        <a:p>
          <a:endParaRPr lang="en-US"/>
        </a:p>
      </dgm:t>
    </dgm:pt>
    <dgm:pt modelId="{A76C6EE0-EDFB-4865-BE5E-CE3941F6BB70}" type="sibTrans" cxnId="{93EF7168-D9B0-44E8-8EC6-5A2A245D296A}">
      <dgm:prSet/>
      <dgm:spPr/>
      <dgm:t>
        <a:bodyPr/>
        <a:lstStyle/>
        <a:p>
          <a:endParaRPr lang="en-US"/>
        </a:p>
      </dgm:t>
    </dgm:pt>
    <dgm:pt modelId="{A23EDAC3-CF83-3F4E-85CE-D9FC5CAE1B2B}" type="pres">
      <dgm:prSet presAssocID="{5D70AF24-67BB-42EA-BD44-3E8302B0E72B}" presName="linear" presStyleCnt="0">
        <dgm:presLayoutVars>
          <dgm:animLvl val="lvl"/>
          <dgm:resizeHandles val="exact"/>
        </dgm:presLayoutVars>
      </dgm:prSet>
      <dgm:spPr/>
    </dgm:pt>
    <dgm:pt modelId="{51736BC5-4F26-2B4C-8F70-785AE397490D}" type="pres">
      <dgm:prSet presAssocID="{81987DA6-2793-4CC8-81DD-22575EAE7D7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ACF9EAE-7015-4441-AB14-C35A7B95F923}" type="pres">
      <dgm:prSet presAssocID="{0B446447-50E3-46ED-A228-ECA1E9CFD4A3}" presName="spacer" presStyleCnt="0"/>
      <dgm:spPr/>
    </dgm:pt>
    <dgm:pt modelId="{E6951BCF-0ED3-2D46-B859-6358525332E8}" type="pres">
      <dgm:prSet presAssocID="{8408F15A-7C57-480E-9BFE-1CB5386A9A9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B2F964E-B605-A040-AE18-88C8BCBC7A3C}" type="pres">
      <dgm:prSet presAssocID="{9420378B-1EE4-45C8-85B6-C04061DE1013}" presName="spacer" presStyleCnt="0"/>
      <dgm:spPr/>
    </dgm:pt>
    <dgm:pt modelId="{C0B2E664-E684-6642-9B1B-5EAD347D6081}" type="pres">
      <dgm:prSet presAssocID="{F496A172-F79D-415C-ABF8-438890C4A8C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3ED95AE-1265-7E41-8E53-EFC147C53A34}" type="pres">
      <dgm:prSet presAssocID="{E5AD961F-1C53-4061-8AE1-5A20D4E79D76}" presName="spacer" presStyleCnt="0"/>
      <dgm:spPr/>
    </dgm:pt>
    <dgm:pt modelId="{4E42C9F6-BBE3-8F4C-9BEE-A4E08F0D98DF}" type="pres">
      <dgm:prSet presAssocID="{196A605C-182A-4C61-8B8D-55FB66C142C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69DE583-F9FE-D544-8218-ACA95A462FA7}" type="pres">
      <dgm:prSet presAssocID="{39B72F00-1BF1-4648-85C9-32A7048171EF}" presName="spacer" presStyleCnt="0"/>
      <dgm:spPr/>
    </dgm:pt>
    <dgm:pt modelId="{D04FCEB3-FA0E-2E4C-B9B7-AF202A4C23B4}" type="pres">
      <dgm:prSet presAssocID="{7A9D3801-9BCF-495B-AB74-3D8FCAAE5EB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DDD853C-11BB-D74C-B78E-BD3C70243DAB}" type="presOf" srcId="{8408F15A-7C57-480E-9BFE-1CB5386A9A94}" destId="{E6951BCF-0ED3-2D46-B859-6358525332E8}" srcOrd="0" destOrd="0" presId="urn:microsoft.com/office/officeart/2005/8/layout/vList2"/>
    <dgm:cxn modelId="{93EF7168-D9B0-44E8-8EC6-5A2A245D296A}" srcId="{5D70AF24-67BB-42EA-BD44-3E8302B0E72B}" destId="{7A9D3801-9BCF-495B-AB74-3D8FCAAE5EB6}" srcOrd="4" destOrd="0" parTransId="{E39044FA-72FE-493A-B62D-39CD4D1D6FEF}" sibTransId="{A76C6EE0-EDFB-4865-BE5E-CE3941F6BB70}"/>
    <dgm:cxn modelId="{29E0546B-E9C9-AE41-ACA4-A01BB586363C}" type="presOf" srcId="{196A605C-182A-4C61-8B8D-55FB66C142CB}" destId="{4E42C9F6-BBE3-8F4C-9BEE-A4E08F0D98DF}" srcOrd="0" destOrd="0" presId="urn:microsoft.com/office/officeart/2005/8/layout/vList2"/>
    <dgm:cxn modelId="{C6EE4273-16EC-46BC-855C-A2994D48B9BF}" srcId="{5D70AF24-67BB-42EA-BD44-3E8302B0E72B}" destId="{8408F15A-7C57-480E-9BFE-1CB5386A9A94}" srcOrd="1" destOrd="0" parTransId="{1F376EBA-1F52-4EE6-99DD-ED9982C2263D}" sibTransId="{9420378B-1EE4-45C8-85B6-C04061DE1013}"/>
    <dgm:cxn modelId="{5F2CEE77-01B2-4FD9-8125-63B440FAB1B2}" srcId="{5D70AF24-67BB-42EA-BD44-3E8302B0E72B}" destId="{81987DA6-2793-4CC8-81DD-22575EAE7D7E}" srcOrd="0" destOrd="0" parTransId="{58A56E6C-3E98-4E5B-AAEE-69C05A44CBF5}" sibTransId="{0B446447-50E3-46ED-A228-ECA1E9CFD4A3}"/>
    <dgm:cxn modelId="{E0F6F587-0177-7945-9524-E46D7DF000A4}" type="presOf" srcId="{F496A172-F79D-415C-ABF8-438890C4A8CD}" destId="{C0B2E664-E684-6642-9B1B-5EAD347D6081}" srcOrd="0" destOrd="0" presId="urn:microsoft.com/office/officeart/2005/8/layout/vList2"/>
    <dgm:cxn modelId="{8078F3AE-577B-4822-88CA-9CA571FDE91E}" srcId="{5D70AF24-67BB-42EA-BD44-3E8302B0E72B}" destId="{F496A172-F79D-415C-ABF8-438890C4A8CD}" srcOrd="2" destOrd="0" parTransId="{1E479FCB-5C4D-4CCB-921D-2B108A745164}" sibTransId="{E5AD961F-1C53-4061-8AE1-5A20D4E79D76}"/>
    <dgm:cxn modelId="{CD88DEB1-F75D-1A45-B396-3CEBFE089565}" type="presOf" srcId="{81987DA6-2793-4CC8-81DD-22575EAE7D7E}" destId="{51736BC5-4F26-2B4C-8F70-785AE397490D}" srcOrd="0" destOrd="0" presId="urn:microsoft.com/office/officeart/2005/8/layout/vList2"/>
    <dgm:cxn modelId="{1D54EDC1-C5E8-5B47-A184-607F204C0F9D}" type="presOf" srcId="{5D70AF24-67BB-42EA-BD44-3E8302B0E72B}" destId="{A23EDAC3-CF83-3F4E-85CE-D9FC5CAE1B2B}" srcOrd="0" destOrd="0" presId="urn:microsoft.com/office/officeart/2005/8/layout/vList2"/>
    <dgm:cxn modelId="{18CCB2EA-90C0-814A-A9A5-BA7CC800EDEE}" type="presOf" srcId="{7A9D3801-9BCF-495B-AB74-3D8FCAAE5EB6}" destId="{D04FCEB3-FA0E-2E4C-B9B7-AF202A4C23B4}" srcOrd="0" destOrd="0" presId="urn:microsoft.com/office/officeart/2005/8/layout/vList2"/>
    <dgm:cxn modelId="{AF789CF6-3B08-4E39-BFED-BD0A3E1DA089}" srcId="{5D70AF24-67BB-42EA-BD44-3E8302B0E72B}" destId="{196A605C-182A-4C61-8B8D-55FB66C142CB}" srcOrd="3" destOrd="0" parTransId="{8DDB4F57-BB1C-40EE-A603-71EA3362925D}" sibTransId="{39B72F00-1BF1-4648-85C9-32A7048171EF}"/>
    <dgm:cxn modelId="{0CC1D182-6570-A046-955C-ED9CC94E39F3}" type="presParOf" srcId="{A23EDAC3-CF83-3F4E-85CE-D9FC5CAE1B2B}" destId="{51736BC5-4F26-2B4C-8F70-785AE397490D}" srcOrd="0" destOrd="0" presId="urn:microsoft.com/office/officeart/2005/8/layout/vList2"/>
    <dgm:cxn modelId="{A9FD05E1-E604-B74D-9A73-D6600C478B8B}" type="presParOf" srcId="{A23EDAC3-CF83-3F4E-85CE-D9FC5CAE1B2B}" destId="{0ACF9EAE-7015-4441-AB14-C35A7B95F923}" srcOrd="1" destOrd="0" presId="urn:microsoft.com/office/officeart/2005/8/layout/vList2"/>
    <dgm:cxn modelId="{B985CDA6-8C81-DB47-9297-3C6731479317}" type="presParOf" srcId="{A23EDAC3-CF83-3F4E-85CE-D9FC5CAE1B2B}" destId="{E6951BCF-0ED3-2D46-B859-6358525332E8}" srcOrd="2" destOrd="0" presId="urn:microsoft.com/office/officeart/2005/8/layout/vList2"/>
    <dgm:cxn modelId="{3FD9D262-761F-9142-B8AB-66E95D2B5714}" type="presParOf" srcId="{A23EDAC3-CF83-3F4E-85CE-D9FC5CAE1B2B}" destId="{FB2F964E-B605-A040-AE18-88C8BCBC7A3C}" srcOrd="3" destOrd="0" presId="urn:microsoft.com/office/officeart/2005/8/layout/vList2"/>
    <dgm:cxn modelId="{3C72837B-CF7D-5740-A8A9-18C1550FA56F}" type="presParOf" srcId="{A23EDAC3-CF83-3F4E-85CE-D9FC5CAE1B2B}" destId="{C0B2E664-E684-6642-9B1B-5EAD347D6081}" srcOrd="4" destOrd="0" presId="urn:microsoft.com/office/officeart/2005/8/layout/vList2"/>
    <dgm:cxn modelId="{4CE07569-6988-9D45-805A-7DB2CDC55DFE}" type="presParOf" srcId="{A23EDAC3-CF83-3F4E-85CE-D9FC5CAE1B2B}" destId="{B3ED95AE-1265-7E41-8E53-EFC147C53A34}" srcOrd="5" destOrd="0" presId="urn:microsoft.com/office/officeart/2005/8/layout/vList2"/>
    <dgm:cxn modelId="{B5C401F0-25C8-1E48-A333-239738A72D95}" type="presParOf" srcId="{A23EDAC3-CF83-3F4E-85CE-D9FC5CAE1B2B}" destId="{4E42C9F6-BBE3-8F4C-9BEE-A4E08F0D98DF}" srcOrd="6" destOrd="0" presId="urn:microsoft.com/office/officeart/2005/8/layout/vList2"/>
    <dgm:cxn modelId="{8A035768-6B41-F045-881B-26CFD19CFE9D}" type="presParOf" srcId="{A23EDAC3-CF83-3F4E-85CE-D9FC5CAE1B2B}" destId="{869DE583-F9FE-D544-8218-ACA95A462FA7}" srcOrd="7" destOrd="0" presId="urn:microsoft.com/office/officeart/2005/8/layout/vList2"/>
    <dgm:cxn modelId="{B4B12BF8-1C80-9A4C-A898-8BA7224B119D}" type="presParOf" srcId="{A23EDAC3-CF83-3F4E-85CE-D9FC5CAE1B2B}" destId="{D04FCEB3-FA0E-2E4C-B9B7-AF202A4C23B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50D21F-97E1-4D02-9800-96672B7838A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DA90F56-8E36-4084-A55A-4CEF7F209106}">
      <dgm:prSet custT="1"/>
      <dgm:spPr/>
      <dgm:t>
        <a:bodyPr/>
        <a:lstStyle/>
        <a:p>
          <a:r>
            <a:rPr lang="en-US" sz="2000" dirty="0"/>
            <a:t>Summary</a:t>
          </a:r>
        </a:p>
      </dgm:t>
    </dgm:pt>
    <dgm:pt modelId="{271F4B78-DCBE-4817-A196-3C219C7972CF}" type="parTrans" cxnId="{DBE833BF-12FE-45AF-8FED-B3B695133152}">
      <dgm:prSet/>
      <dgm:spPr/>
      <dgm:t>
        <a:bodyPr/>
        <a:lstStyle/>
        <a:p>
          <a:endParaRPr lang="en-US"/>
        </a:p>
      </dgm:t>
    </dgm:pt>
    <dgm:pt modelId="{7E2D609D-15FF-448E-BFE6-1E759ABCE0FA}" type="sibTrans" cxnId="{DBE833BF-12FE-45AF-8FED-B3B695133152}">
      <dgm:prSet/>
      <dgm:spPr/>
      <dgm:t>
        <a:bodyPr/>
        <a:lstStyle/>
        <a:p>
          <a:endParaRPr lang="en-US"/>
        </a:p>
      </dgm:t>
    </dgm:pt>
    <dgm:pt modelId="{26206D58-FD5B-44B8-9B25-2DFC58586840}">
      <dgm:prSet custT="1"/>
      <dgm:spPr/>
      <dgm:t>
        <a:bodyPr/>
        <a:lstStyle/>
        <a:p>
          <a:r>
            <a:rPr lang="en-US" sz="1400" dirty="0"/>
            <a:t>• Scrum-Agile offers flexibility, collaboration, and a focus on customer satisfaction.</a:t>
          </a:r>
        </a:p>
      </dgm:t>
    </dgm:pt>
    <dgm:pt modelId="{5D4FD0B6-D62F-4643-96A5-550BA86529B9}" type="parTrans" cxnId="{370C4A2C-2623-4A02-ADFD-4E7461620375}">
      <dgm:prSet/>
      <dgm:spPr/>
      <dgm:t>
        <a:bodyPr/>
        <a:lstStyle/>
        <a:p>
          <a:endParaRPr lang="en-US"/>
        </a:p>
      </dgm:t>
    </dgm:pt>
    <dgm:pt modelId="{BE2BDDB3-2F3E-4AF3-9357-469C8A0F0C9D}" type="sibTrans" cxnId="{370C4A2C-2623-4A02-ADFD-4E7461620375}">
      <dgm:prSet/>
      <dgm:spPr/>
      <dgm:t>
        <a:bodyPr/>
        <a:lstStyle/>
        <a:p>
          <a:endParaRPr lang="en-US"/>
        </a:p>
      </dgm:t>
    </dgm:pt>
    <dgm:pt modelId="{C6045B64-E8C3-498D-96D5-66714986B1CB}">
      <dgm:prSet custT="1"/>
      <dgm:spPr/>
      <dgm:t>
        <a:bodyPr/>
        <a:lstStyle/>
        <a:p>
          <a:r>
            <a:rPr lang="en-US" sz="1400" dirty="0"/>
            <a:t>• Waterfall provides structure but is less adaptable to change.</a:t>
          </a:r>
        </a:p>
      </dgm:t>
    </dgm:pt>
    <dgm:pt modelId="{4D7865CA-9FD9-4B5B-AA93-F7554659A83A}" type="parTrans" cxnId="{79C9ECA0-B357-4DDC-919A-0B11031036B8}">
      <dgm:prSet/>
      <dgm:spPr/>
      <dgm:t>
        <a:bodyPr/>
        <a:lstStyle/>
        <a:p>
          <a:endParaRPr lang="en-US"/>
        </a:p>
      </dgm:t>
    </dgm:pt>
    <dgm:pt modelId="{E61E18CE-18FE-46F5-8872-FF5FB9F34F32}" type="sibTrans" cxnId="{79C9ECA0-B357-4DDC-919A-0B11031036B8}">
      <dgm:prSet/>
      <dgm:spPr/>
      <dgm:t>
        <a:bodyPr/>
        <a:lstStyle/>
        <a:p>
          <a:endParaRPr lang="en-US"/>
        </a:p>
      </dgm:t>
    </dgm:pt>
    <dgm:pt modelId="{F28A712D-F1C9-4A3D-9775-3AD796EF1E38}">
      <dgm:prSet/>
      <dgm:spPr/>
      <dgm:t>
        <a:bodyPr/>
        <a:lstStyle/>
        <a:p>
          <a:r>
            <a:rPr lang="en-US" b="1" dirty="0"/>
            <a:t>Recommendation: </a:t>
          </a:r>
          <a:r>
            <a:rPr lang="en-US" dirty="0"/>
            <a:t>We suggest adopting Agile practices at </a:t>
          </a:r>
          <a:r>
            <a:rPr lang="en-US" dirty="0" err="1"/>
            <a:t>ChadaTech</a:t>
          </a:r>
          <a:r>
            <a:rPr lang="en-US" dirty="0"/>
            <a:t> to improve our project adaptability and responsiveness, helping us stay competitive in dynamic environments.</a:t>
          </a:r>
        </a:p>
      </dgm:t>
    </dgm:pt>
    <dgm:pt modelId="{37DC0450-8700-4BF5-9F7B-1237A9083C53}" type="parTrans" cxnId="{83012203-8B07-4D12-88F1-26569DC4CF9A}">
      <dgm:prSet/>
      <dgm:spPr/>
      <dgm:t>
        <a:bodyPr/>
        <a:lstStyle/>
        <a:p>
          <a:endParaRPr lang="en-US"/>
        </a:p>
      </dgm:t>
    </dgm:pt>
    <dgm:pt modelId="{DBD19A06-D483-4980-8D0F-5C756A68EE7B}" type="sibTrans" cxnId="{83012203-8B07-4D12-88F1-26569DC4CF9A}">
      <dgm:prSet/>
      <dgm:spPr/>
      <dgm:t>
        <a:bodyPr/>
        <a:lstStyle/>
        <a:p>
          <a:endParaRPr lang="en-US"/>
        </a:p>
      </dgm:t>
    </dgm:pt>
    <dgm:pt modelId="{88DA5D2B-7CF9-0546-863F-2786BEC29772}" type="pres">
      <dgm:prSet presAssocID="{1B50D21F-97E1-4D02-9800-96672B7838A8}" presName="linear" presStyleCnt="0">
        <dgm:presLayoutVars>
          <dgm:animLvl val="lvl"/>
          <dgm:resizeHandles val="exact"/>
        </dgm:presLayoutVars>
      </dgm:prSet>
      <dgm:spPr/>
    </dgm:pt>
    <dgm:pt modelId="{7BE5163E-E4DB-5A44-A109-AD04A9E57EF6}" type="pres">
      <dgm:prSet presAssocID="{BDA90F56-8E36-4084-A55A-4CEF7F2091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D84900-9CE4-ED4C-9ACB-5F44C57CEE68}" type="pres">
      <dgm:prSet presAssocID="{7E2D609D-15FF-448E-BFE6-1E759ABCE0FA}" presName="spacer" presStyleCnt="0"/>
      <dgm:spPr/>
    </dgm:pt>
    <dgm:pt modelId="{61A161FE-680C-884D-B8E0-AD5ED8A3C543}" type="pres">
      <dgm:prSet presAssocID="{26206D58-FD5B-44B8-9B25-2DFC5858684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A3B9E84-B1C9-6D4C-B928-1E9429584747}" type="pres">
      <dgm:prSet presAssocID="{BE2BDDB3-2F3E-4AF3-9357-469C8A0F0C9D}" presName="spacer" presStyleCnt="0"/>
      <dgm:spPr/>
    </dgm:pt>
    <dgm:pt modelId="{337E2692-A9E5-D34A-B010-1CB98204841F}" type="pres">
      <dgm:prSet presAssocID="{C6045B64-E8C3-498D-96D5-66714986B1C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9986062-A4B9-7D4D-A547-D7737457187D}" type="pres">
      <dgm:prSet presAssocID="{E61E18CE-18FE-46F5-8872-FF5FB9F34F32}" presName="spacer" presStyleCnt="0"/>
      <dgm:spPr/>
    </dgm:pt>
    <dgm:pt modelId="{9904C84C-9BE7-A647-8366-074D90793CC7}" type="pres">
      <dgm:prSet presAssocID="{F28A712D-F1C9-4A3D-9775-3AD796EF1E3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012203-8B07-4D12-88F1-26569DC4CF9A}" srcId="{1B50D21F-97E1-4D02-9800-96672B7838A8}" destId="{F28A712D-F1C9-4A3D-9775-3AD796EF1E38}" srcOrd="3" destOrd="0" parTransId="{37DC0450-8700-4BF5-9F7B-1237A9083C53}" sibTransId="{DBD19A06-D483-4980-8D0F-5C756A68EE7B}"/>
    <dgm:cxn modelId="{370C4A2C-2623-4A02-ADFD-4E7461620375}" srcId="{1B50D21F-97E1-4D02-9800-96672B7838A8}" destId="{26206D58-FD5B-44B8-9B25-2DFC58586840}" srcOrd="1" destOrd="0" parTransId="{5D4FD0B6-D62F-4643-96A5-550BA86529B9}" sibTransId="{BE2BDDB3-2F3E-4AF3-9357-469C8A0F0C9D}"/>
    <dgm:cxn modelId="{F9FB5D60-4E22-5143-9D22-896AC9E729CC}" type="presOf" srcId="{F28A712D-F1C9-4A3D-9775-3AD796EF1E38}" destId="{9904C84C-9BE7-A647-8366-074D90793CC7}" srcOrd="0" destOrd="0" presId="urn:microsoft.com/office/officeart/2005/8/layout/vList2"/>
    <dgm:cxn modelId="{B6807F6A-8B14-8547-954B-7E417CD0D4ED}" type="presOf" srcId="{26206D58-FD5B-44B8-9B25-2DFC58586840}" destId="{61A161FE-680C-884D-B8E0-AD5ED8A3C543}" srcOrd="0" destOrd="0" presId="urn:microsoft.com/office/officeart/2005/8/layout/vList2"/>
    <dgm:cxn modelId="{9EC98B77-A1CE-6A49-B636-A852E9CD2918}" type="presOf" srcId="{C6045B64-E8C3-498D-96D5-66714986B1CB}" destId="{337E2692-A9E5-D34A-B010-1CB98204841F}" srcOrd="0" destOrd="0" presId="urn:microsoft.com/office/officeart/2005/8/layout/vList2"/>
    <dgm:cxn modelId="{3FCFEC85-1477-5146-952B-42F3610A04F1}" type="presOf" srcId="{BDA90F56-8E36-4084-A55A-4CEF7F209106}" destId="{7BE5163E-E4DB-5A44-A109-AD04A9E57EF6}" srcOrd="0" destOrd="0" presId="urn:microsoft.com/office/officeart/2005/8/layout/vList2"/>
    <dgm:cxn modelId="{79C9ECA0-B357-4DDC-919A-0B11031036B8}" srcId="{1B50D21F-97E1-4D02-9800-96672B7838A8}" destId="{C6045B64-E8C3-498D-96D5-66714986B1CB}" srcOrd="2" destOrd="0" parTransId="{4D7865CA-9FD9-4B5B-AA93-F7554659A83A}" sibTransId="{E61E18CE-18FE-46F5-8872-FF5FB9F34F32}"/>
    <dgm:cxn modelId="{DBE833BF-12FE-45AF-8FED-B3B695133152}" srcId="{1B50D21F-97E1-4D02-9800-96672B7838A8}" destId="{BDA90F56-8E36-4084-A55A-4CEF7F209106}" srcOrd="0" destOrd="0" parTransId="{271F4B78-DCBE-4817-A196-3C219C7972CF}" sibTransId="{7E2D609D-15FF-448E-BFE6-1E759ABCE0FA}"/>
    <dgm:cxn modelId="{ABFEA0CF-689B-7F42-A3A9-38DCDA5FA774}" type="presOf" srcId="{1B50D21F-97E1-4D02-9800-96672B7838A8}" destId="{88DA5D2B-7CF9-0546-863F-2786BEC29772}" srcOrd="0" destOrd="0" presId="urn:microsoft.com/office/officeart/2005/8/layout/vList2"/>
    <dgm:cxn modelId="{FA2FF084-E1A4-9248-9133-ADC61D8CD605}" type="presParOf" srcId="{88DA5D2B-7CF9-0546-863F-2786BEC29772}" destId="{7BE5163E-E4DB-5A44-A109-AD04A9E57EF6}" srcOrd="0" destOrd="0" presId="urn:microsoft.com/office/officeart/2005/8/layout/vList2"/>
    <dgm:cxn modelId="{56EBE1DE-C593-FE43-B8C3-3542ABB89B48}" type="presParOf" srcId="{88DA5D2B-7CF9-0546-863F-2786BEC29772}" destId="{4FD84900-9CE4-ED4C-9ACB-5F44C57CEE68}" srcOrd="1" destOrd="0" presId="urn:microsoft.com/office/officeart/2005/8/layout/vList2"/>
    <dgm:cxn modelId="{B8D992E0-6BC0-3D4D-9FFA-8D42C17B49F2}" type="presParOf" srcId="{88DA5D2B-7CF9-0546-863F-2786BEC29772}" destId="{61A161FE-680C-884D-B8E0-AD5ED8A3C543}" srcOrd="2" destOrd="0" presId="urn:microsoft.com/office/officeart/2005/8/layout/vList2"/>
    <dgm:cxn modelId="{FE33CCA7-463C-B946-AE15-BA6E10A7A76F}" type="presParOf" srcId="{88DA5D2B-7CF9-0546-863F-2786BEC29772}" destId="{5A3B9E84-B1C9-6D4C-B928-1E9429584747}" srcOrd="3" destOrd="0" presId="urn:microsoft.com/office/officeart/2005/8/layout/vList2"/>
    <dgm:cxn modelId="{034CD8AE-4D8B-4847-997A-D9756142900B}" type="presParOf" srcId="{88DA5D2B-7CF9-0546-863F-2786BEC29772}" destId="{337E2692-A9E5-D34A-B010-1CB98204841F}" srcOrd="4" destOrd="0" presId="urn:microsoft.com/office/officeart/2005/8/layout/vList2"/>
    <dgm:cxn modelId="{8308544A-C60E-B848-8277-254E3A4DB533}" type="presParOf" srcId="{88DA5D2B-7CF9-0546-863F-2786BEC29772}" destId="{D9986062-A4B9-7D4D-A547-D7737457187D}" srcOrd="5" destOrd="0" presId="urn:microsoft.com/office/officeart/2005/8/layout/vList2"/>
    <dgm:cxn modelId="{FC4E1611-CA52-6F41-9EE4-B6B4CFA78EDD}" type="presParOf" srcId="{88DA5D2B-7CF9-0546-863F-2786BEC29772}" destId="{9904C84C-9BE7-A647-8366-074D90793CC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20221-4AC4-4DE8-871F-2275308C64AB}">
      <dsp:nvSpPr>
        <dsp:cNvPr id="0" name=""/>
        <dsp:cNvSpPr/>
      </dsp:nvSpPr>
      <dsp:spPr>
        <a:xfrm>
          <a:off x="0" y="1669"/>
          <a:ext cx="7290197" cy="8461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47D27-263F-408E-B020-8AF0EF255F0F}">
      <dsp:nvSpPr>
        <dsp:cNvPr id="0" name=""/>
        <dsp:cNvSpPr/>
      </dsp:nvSpPr>
      <dsp:spPr>
        <a:xfrm>
          <a:off x="255971" y="192061"/>
          <a:ext cx="465402" cy="465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D66FE-C6C4-44ED-9540-B3ABB4D3AAC3}">
      <dsp:nvSpPr>
        <dsp:cNvPr id="0" name=""/>
        <dsp:cNvSpPr/>
      </dsp:nvSpPr>
      <dsp:spPr>
        <a:xfrm>
          <a:off x="977345" y="1669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a Scrum-Agile team, each role is essential for smooth, customer-focused progress:</a:t>
          </a:r>
        </a:p>
      </dsp:txBody>
      <dsp:txXfrm>
        <a:off x="977345" y="1669"/>
        <a:ext cx="6312851" cy="846186"/>
      </dsp:txXfrm>
    </dsp:sp>
    <dsp:sp modelId="{B5EFCFF2-E4EA-4560-8D5C-0F9EA0B7FC73}">
      <dsp:nvSpPr>
        <dsp:cNvPr id="0" name=""/>
        <dsp:cNvSpPr/>
      </dsp:nvSpPr>
      <dsp:spPr>
        <a:xfrm>
          <a:off x="0" y="1059402"/>
          <a:ext cx="7290197" cy="8461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D8B7F-C364-4CF5-A394-DC13724D194A}">
      <dsp:nvSpPr>
        <dsp:cNvPr id="0" name=""/>
        <dsp:cNvSpPr/>
      </dsp:nvSpPr>
      <dsp:spPr>
        <a:xfrm>
          <a:off x="255971" y="1249794"/>
          <a:ext cx="465402" cy="465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8CDD7-7CFE-4CCC-8F97-DD536C07B6A4}">
      <dsp:nvSpPr>
        <dsp:cNvPr id="0" name=""/>
        <dsp:cNvSpPr/>
      </dsp:nvSpPr>
      <dsp:spPr>
        <a:xfrm>
          <a:off x="977345" y="1059402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Scrum Master: Acts as a facilitator, helping the team stay on track and removing obstacles. Think of this role as the guide ensuring everyone follows Agile principles (</a:t>
          </a:r>
          <a:r>
            <a:rPr lang="en-US" sz="1400" kern="1200" dirty="0" err="1"/>
            <a:t>Scrum.org</a:t>
          </a:r>
          <a:r>
            <a:rPr lang="en-US" sz="1400" kern="1200" dirty="0"/>
            <a:t>, n.d.).</a:t>
          </a:r>
        </a:p>
      </dsp:txBody>
      <dsp:txXfrm>
        <a:off x="977345" y="1059402"/>
        <a:ext cx="6312851" cy="846186"/>
      </dsp:txXfrm>
    </dsp:sp>
    <dsp:sp modelId="{062B2FE2-BF1E-4B19-A25B-B1AE76C61B49}">
      <dsp:nvSpPr>
        <dsp:cNvPr id="0" name=""/>
        <dsp:cNvSpPr/>
      </dsp:nvSpPr>
      <dsp:spPr>
        <a:xfrm>
          <a:off x="0" y="2117135"/>
          <a:ext cx="7290197" cy="8461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00930-BDC8-4975-BDFC-0731CA9D4C3A}">
      <dsp:nvSpPr>
        <dsp:cNvPr id="0" name=""/>
        <dsp:cNvSpPr/>
      </dsp:nvSpPr>
      <dsp:spPr>
        <a:xfrm>
          <a:off x="255971" y="2307527"/>
          <a:ext cx="465402" cy="465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558E8-993B-45F8-9681-43E1B2043CEF}">
      <dsp:nvSpPr>
        <dsp:cNvPr id="0" name=""/>
        <dsp:cNvSpPr/>
      </dsp:nvSpPr>
      <dsp:spPr>
        <a:xfrm>
          <a:off x="977345" y="2117135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Product Owner: This person represents the voice of the customer, prioritizing tasks to ensure that the team’s work aligns with goals and customer needs (Cobb, 2015).</a:t>
          </a:r>
        </a:p>
      </dsp:txBody>
      <dsp:txXfrm>
        <a:off x="977345" y="2117135"/>
        <a:ext cx="6312851" cy="846186"/>
      </dsp:txXfrm>
    </dsp:sp>
    <dsp:sp modelId="{FC075715-20B5-48DF-8C5F-4BEF2875F7CB}">
      <dsp:nvSpPr>
        <dsp:cNvPr id="0" name=""/>
        <dsp:cNvSpPr/>
      </dsp:nvSpPr>
      <dsp:spPr>
        <a:xfrm>
          <a:off x="0" y="3174868"/>
          <a:ext cx="7290197" cy="84618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4A860-7A22-4598-ACFF-5D2AF576ED21}">
      <dsp:nvSpPr>
        <dsp:cNvPr id="0" name=""/>
        <dsp:cNvSpPr/>
      </dsp:nvSpPr>
      <dsp:spPr>
        <a:xfrm>
          <a:off x="255971" y="3365260"/>
          <a:ext cx="465402" cy="465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EBE04-0BE0-4C29-A987-FAEEA79136C6}">
      <dsp:nvSpPr>
        <dsp:cNvPr id="0" name=""/>
        <dsp:cNvSpPr/>
      </dsp:nvSpPr>
      <dsp:spPr>
        <a:xfrm>
          <a:off x="977345" y="3174868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Development Team: A cross-functional group comprising the Developers and Testers. They are responsible for delivering parts of the product. This team collaborates to create value in each sprint and adapts to feedback (Codington-Lacerte, 2024).</a:t>
          </a:r>
        </a:p>
      </dsp:txBody>
      <dsp:txXfrm>
        <a:off x="977345" y="3174868"/>
        <a:ext cx="6312851" cy="846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678DCE-E1B0-4679-A15F-BA885F474D1F}">
      <dsp:nvSpPr>
        <dsp:cNvPr id="0" name=""/>
        <dsp:cNvSpPr/>
      </dsp:nvSpPr>
      <dsp:spPr>
        <a:xfrm>
          <a:off x="343676" y="16296"/>
          <a:ext cx="874135" cy="8741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5228F-3E9A-41AC-97DE-024F395E352A}">
      <dsp:nvSpPr>
        <dsp:cNvPr id="0" name=""/>
        <dsp:cNvSpPr/>
      </dsp:nvSpPr>
      <dsp:spPr>
        <a:xfrm>
          <a:off x="527245" y="199864"/>
          <a:ext cx="506998" cy="5069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F2B76-1ABB-4F21-8799-7971253949E3}">
      <dsp:nvSpPr>
        <dsp:cNvPr id="0" name=""/>
        <dsp:cNvSpPr/>
      </dsp:nvSpPr>
      <dsp:spPr>
        <a:xfrm>
          <a:off x="1405126" y="16296"/>
          <a:ext cx="2060461" cy="8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Let’s look at the key phases of Agile development and why they matter:</a:t>
          </a:r>
        </a:p>
      </dsp:txBody>
      <dsp:txXfrm>
        <a:off x="1405126" y="16296"/>
        <a:ext cx="2060461" cy="874135"/>
      </dsp:txXfrm>
    </dsp:sp>
    <dsp:sp modelId="{3D7C295E-1D55-4D58-BE4B-EB3E8F126338}">
      <dsp:nvSpPr>
        <dsp:cNvPr id="0" name=""/>
        <dsp:cNvSpPr/>
      </dsp:nvSpPr>
      <dsp:spPr>
        <a:xfrm>
          <a:off x="3824608" y="16296"/>
          <a:ext cx="874135" cy="87413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EF583-6A3E-418B-80B7-7512A54AA080}">
      <dsp:nvSpPr>
        <dsp:cNvPr id="0" name=""/>
        <dsp:cNvSpPr/>
      </dsp:nvSpPr>
      <dsp:spPr>
        <a:xfrm>
          <a:off x="4008176" y="199864"/>
          <a:ext cx="506998" cy="5069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26202-B1EF-4676-A9FC-4E4B552FF7E1}">
      <dsp:nvSpPr>
        <dsp:cNvPr id="0" name=""/>
        <dsp:cNvSpPr/>
      </dsp:nvSpPr>
      <dsp:spPr>
        <a:xfrm>
          <a:off x="4886058" y="16296"/>
          <a:ext cx="2060461" cy="8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Sprint Planning: Here, we set specific goals and define tasks for the sprint, keeping us focused and on track (Cobb, 2015).</a:t>
          </a:r>
        </a:p>
      </dsp:txBody>
      <dsp:txXfrm>
        <a:off x="4886058" y="16296"/>
        <a:ext cx="2060461" cy="874135"/>
      </dsp:txXfrm>
    </dsp:sp>
    <dsp:sp modelId="{6EE505BD-22E4-460B-9554-D3EA85DE92DF}">
      <dsp:nvSpPr>
        <dsp:cNvPr id="0" name=""/>
        <dsp:cNvSpPr/>
      </dsp:nvSpPr>
      <dsp:spPr>
        <a:xfrm>
          <a:off x="343676" y="1574294"/>
          <a:ext cx="874135" cy="87413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BFFF5D-34AA-4DF4-9EFB-DF7F6F1A819A}">
      <dsp:nvSpPr>
        <dsp:cNvPr id="0" name=""/>
        <dsp:cNvSpPr/>
      </dsp:nvSpPr>
      <dsp:spPr>
        <a:xfrm>
          <a:off x="527245" y="1757863"/>
          <a:ext cx="506998" cy="5069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BDD13-F7E6-4BBB-B0B8-2D095CAFEFED}">
      <dsp:nvSpPr>
        <dsp:cNvPr id="0" name=""/>
        <dsp:cNvSpPr/>
      </dsp:nvSpPr>
      <dsp:spPr>
        <a:xfrm>
          <a:off x="1405126" y="1574294"/>
          <a:ext cx="2060461" cy="8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Daily Stand-ups: These short daily meetings allow us to quickly discuss progress, address challenges, and adjust as needed.</a:t>
          </a:r>
        </a:p>
      </dsp:txBody>
      <dsp:txXfrm>
        <a:off x="1405126" y="1574294"/>
        <a:ext cx="2060461" cy="874135"/>
      </dsp:txXfrm>
    </dsp:sp>
    <dsp:sp modelId="{56E43571-BC5D-49E4-8D71-ECC71E8FE1A3}">
      <dsp:nvSpPr>
        <dsp:cNvPr id="0" name=""/>
        <dsp:cNvSpPr/>
      </dsp:nvSpPr>
      <dsp:spPr>
        <a:xfrm>
          <a:off x="3824608" y="1574294"/>
          <a:ext cx="874135" cy="87413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D2AAD-7AA0-45FE-8A89-2A281DDC23D9}">
      <dsp:nvSpPr>
        <dsp:cNvPr id="0" name=""/>
        <dsp:cNvSpPr/>
      </dsp:nvSpPr>
      <dsp:spPr>
        <a:xfrm>
          <a:off x="4008176" y="1757863"/>
          <a:ext cx="506998" cy="5069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44CD7-2563-4DBF-828B-D77A6D712CBE}">
      <dsp:nvSpPr>
        <dsp:cNvPr id="0" name=""/>
        <dsp:cNvSpPr/>
      </dsp:nvSpPr>
      <dsp:spPr>
        <a:xfrm>
          <a:off x="4886058" y="1574294"/>
          <a:ext cx="2060461" cy="8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Sprint Review: We present completed work to stakeholders to gather feedback, ensuring we’re building something valuable.</a:t>
          </a:r>
        </a:p>
      </dsp:txBody>
      <dsp:txXfrm>
        <a:off x="4886058" y="1574294"/>
        <a:ext cx="2060461" cy="874135"/>
      </dsp:txXfrm>
    </dsp:sp>
    <dsp:sp modelId="{8D23E17D-B066-410A-B4A9-EB000A306771}">
      <dsp:nvSpPr>
        <dsp:cNvPr id="0" name=""/>
        <dsp:cNvSpPr/>
      </dsp:nvSpPr>
      <dsp:spPr>
        <a:xfrm>
          <a:off x="343676" y="3132293"/>
          <a:ext cx="874135" cy="87413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321BD-0AE1-45F6-A22B-C12CC1E2982C}">
      <dsp:nvSpPr>
        <dsp:cNvPr id="0" name=""/>
        <dsp:cNvSpPr/>
      </dsp:nvSpPr>
      <dsp:spPr>
        <a:xfrm>
          <a:off x="527245" y="3315861"/>
          <a:ext cx="506998" cy="5069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198CD-00FF-4B07-9A3C-F70D7BF0D46E}">
      <dsp:nvSpPr>
        <dsp:cNvPr id="0" name=""/>
        <dsp:cNvSpPr/>
      </dsp:nvSpPr>
      <dsp:spPr>
        <a:xfrm>
          <a:off x="1405126" y="3132293"/>
          <a:ext cx="2060461" cy="874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Sprint Retrospective: This stage involves reflection—recognizing our successes and pinpointing areas for improvement, ensuring the next sprint is even better.</a:t>
          </a:r>
        </a:p>
      </dsp:txBody>
      <dsp:txXfrm>
        <a:off x="1405126" y="3132293"/>
        <a:ext cx="2060461" cy="8741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59D4F-11C9-1446-B9EC-8478954A881B}">
      <dsp:nvSpPr>
        <dsp:cNvPr id="0" name=""/>
        <dsp:cNvSpPr/>
      </dsp:nvSpPr>
      <dsp:spPr>
        <a:xfrm>
          <a:off x="0" y="0"/>
          <a:ext cx="5613451" cy="7240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Waterfall model is a more traditional, linear approach, differing significantly </a:t>
          </a:r>
          <a:r>
            <a:rPr lang="en-US" sz="1500" kern="1200"/>
            <a:t>from Agile</a:t>
          </a:r>
          <a:endParaRPr lang="en-US" sz="1500" kern="1200" dirty="0"/>
        </a:p>
      </dsp:txBody>
      <dsp:txXfrm>
        <a:off x="21208" y="21208"/>
        <a:ext cx="4747382" cy="681674"/>
      </dsp:txXfrm>
    </dsp:sp>
    <dsp:sp modelId="{1E3CF780-96CF-0644-AB74-9F9C4AAB2FF0}">
      <dsp:nvSpPr>
        <dsp:cNvPr id="0" name=""/>
        <dsp:cNvSpPr/>
      </dsp:nvSpPr>
      <dsp:spPr>
        <a:xfrm>
          <a:off x="419186" y="824658"/>
          <a:ext cx="5613451" cy="72409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Sequential Phases: Each stage needs to be fully completed before moving to the next, creating a rigid structure (Wright, 2022).</a:t>
          </a:r>
        </a:p>
      </dsp:txBody>
      <dsp:txXfrm>
        <a:off x="440394" y="845866"/>
        <a:ext cx="4681190" cy="681674"/>
      </dsp:txXfrm>
    </dsp:sp>
    <dsp:sp modelId="{F0F00A53-C73E-9643-BF36-790F2185972C}">
      <dsp:nvSpPr>
        <dsp:cNvPr id="0" name=""/>
        <dsp:cNvSpPr/>
      </dsp:nvSpPr>
      <dsp:spPr>
        <a:xfrm>
          <a:off x="838372" y="1649317"/>
          <a:ext cx="5613451" cy="72409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Limited Flexibility: Changes are harder to incorporate once the project begins, which can make it challenging to adapt mid-project.</a:t>
          </a:r>
        </a:p>
      </dsp:txBody>
      <dsp:txXfrm>
        <a:off x="859580" y="1670525"/>
        <a:ext cx="4681190" cy="681674"/>
      </dsp:txXfrm>
    </dsp:sp>
    <dsp:sp modelId="{6279A779-738D-CA47-A6D0-04EF0A15A823}">
      <dsp:nvSpPr>
        <dsp:cNvPr id="0" name=""/>
        <dsp:cNvSpPr/>
      </dsp:nvSpPr>
      <dsp:spPr>
        <a:xfrm>
          <a:off x="1257558" y="2473975"/>
          <a:ext cx="5613451" cy="72409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Delayed Feedback: Most feedback is gathered after the product is built, so issues can only be addressed late in the process.</a:t>
          </a:r>
        </a:p>
      </dsp:txBody>
      <dsp:txXfrm>
        <a:off x="1278766" y="2495183"/>
        <a:ext cx="4681190" cy="681674"/>
      </dsp:txXfrm>
    </dsp:sp>
    <dsp:sp modelId="{4B3BE582-1C9B-D44B-95F9-99438D831F89}">
      <dsp:nvSpPr>
        <dsp:cNvPr id="0" name=""/>
        <dsp:cNvSpPr/>
      </dsp:nvSpPr>
      <dsp:spPr>
        <a:xfrm>
          <a:off x="1676745" y="3298634"/>
          <a:ext cx="5613451" cy="72409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Example: In a Waterfall project, a change in requirements might mean redoing several phases, whereas Agile could adapt within a sprint.</a:t>
          </a:r>
        </a:p>
      </dsp:txBody>
      <dsp:txXfrm>
        <a:off x="1697953" y="3319842"/>
        <a:ext cx="4681190" cy="681674"/>
      </dsp:txXfrm>
    </dsp:sp>
    <dsp:sp modelId="{5C421916-639D-2B4D-B854-79456F5D73D6}">
      <dsp:nvSpPr>
        <dsp:cNvPr id="0" name=""/>
        <dsp:cNvSpPr/>
      </dsp:nvSpPr>
      <dsp:spPr>
        <a:xfrm>
          <a:off x="5142792" y="528988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248690" y="528988"/>
        <a:ext cx="258862" cy="354170"/>
      </dsp:txXfrm>
    </dsp:sp>
    <dsp:sp modelId="{CBB920F3-9A00-F848-AB75-96821C570F4C}">
      <dsp:nvSpPr>
        <dsp:cNvPr id="0" name=""/>
        <dsp:cNvSpPr/>
      </dsp:nvSpPr>
      <dsp:spPr>
        <a:xfrm>
          <a:off x="5561979" y="1353646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667877" y="1353646"/>
        <a:ext cx="258862" cy="354170"/>
      </dsp:txXfrm>
    </dsp:sp>
    <dsp:sp modelId="{B63658CA-270A-9F48-A259-6A4CF32A27D1}">
      <dsp:nvSpPr>
        <dsp:cNvPr id="0" name=""/>
        <dsp:cNvSpPr/>
      </dsp:nvSpPr>
      <dsp:spPr>
        <a:xfrm>
          <a:off x="5981165" y="2166237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087063" y="2166237"/>
        <a:ext cx="258862" cy="354170"/>
      </dsp:txXfrm>
    </dsp:sp>
    <dsp:sp modelId="{BE443948-4CA8-1744-A1D6-B0BE98A9E7ED}">
      <dsp:nvSpPr>
        <dsp:cNvPr id="0" name=""/>
        <dsp:cNvSpPr/>
      </dsp:nvSpPr>
      <dsp:spPr>
        <a:xfrm>
          <a:off x="6400351" y="2998941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506249" y="2998941"/>
        <a:ext cx="258862" cy="3541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36BC5-4F26-2B4C-8F70-785AE397490D}">
      <dsp:nvSpPr>
        <dsp:cNvPr id="0" name=""/>
        <dsp:cNvSpPr/>
      </dsp:nvSpPr>
      <dsp:spPr>
        <a:xfrm>
          <a:off x="0" y="368400"/>
          <a:ext cx="7290055" cy="6181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When deciding between Agile and Waterfall, consider these factors:</a:t>
          </a:r>
        </a:p>
      </dsp:txBody>
      <dsp:txXfrm>
        <a:off x="30175" y="398575"/>
        <a:ext cx="7229705" cy="557793"/>
      </dsp:txXfrm>
    </dsp:sp>
    <dsp:sp modelId="{E6951BCF-0ED3-2D46-B859-6358525332E8}">
      <dsp:nvSpPr>
        <dsp:cNvPr id="0" name=""/>
        <dsp:cNvSpPr/>
      </dsp:nvSpPr>
      <dsp:spPr>
        <a:xfrm>
          <a:off x="0" y="1035504"/>
          <a:ext cx="7290055" cy="6181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Project Complexity: Agile is best for complex, evolving projects; Waterfall suits projects with well-defined requirements (Codington-Lacerte, 2024).</a:t>
          </a:r>
        </a:p>
      </dsp:txBody>
      <dsp:txXfrm>
        <a:off x="30175" y="1065679"/>
        <a:ext cx="7229705" cy="557793"/>
      </dsp:txXfrm>
    </dsp:sp>
    <dsp:sp modelId="{C0B2E664-E684-6642-9B1B-5EAD347D6081}">
      <dsp:nvSpPr>
        <dsp:cNvPr id="0" name=""/>
        <dsp:cNvSpPr/>
      </dsp:nvSpPr>
      <dsp:spPr>
        <a:xfrm>
          <a:off x="0" y="1702608"/>
          <a:ext cx="7290055" cy="6181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Stakeholder Involvement: Agile encourages regular feedback, making it ideal for projects needing frequent input. Waterfall typically waits until project completion.</a:t>
          </a:r>
        </a:p>
      </dsp:txBody>
      <dsp:txXfrm>
        <a:off x="30175" y="1732783"/>
        <a:ext cx="7229705" cy="557793"/>
      </dsp:txXfrm>
    </dsp:sp>
    <dsp:sp modelId="{4E42C9F6-BBE3-8F4C-9BEE-A4E08F0D98DF}">
      <dsp:nvSpPr>
        <dsp:cNvPr id="0" name=""/>
        <dsp:cNvSpPr/>
      </dsp:nvSpPr>
      <dsp:spPr>
        <a:xfrm>
          <a:off x="0" y="2369711"/>
          <a:ext cx="7290055" cy="6181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Adaptability: Agile allows iterative changes; Waterfall follows a fixed sequence that’s harder to adjust.</a:t>
          </a:r>
        </a:p>
      </dsp:txBody>
      <dsp:txXfrm>
        <a:off x="30175" y="2399886"/>
        <a:ext cx="7229705" cy="557793"/>
      </dsp:txXfrm>
    </dsp:sp>
    <dsp:sp modelId="{D04FCEB3-FA0E-2E4C-B9B7-AF202A4C23B4}">
      <dsp:nvSpPr>
        <dsp:cNvPr id="0" name=""/>
        <dsp:cNvSpPr/>
      </dsp:nvSpPr>
      <dsp:spPr>
        <a:xfrm>
          <a:off x="0" y="3036815"/>
          <a:ext cx="7290055" cy="6181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projects that require adaptability and constant feedback, Agile is often a better fit. For structured, clear-cut projects, Waterfall may be more suitable.</a:t>
          </a:r>
        </a:p>
      </dsp:txBody>
      <dsp:txXfrm>
        <a:off x="30175" y="3066990"/>
        <a:ext cx="7229705" cy="5577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5163E-E4DB-5A44-A109-AD04A9E57EF6}">
      <dsp:nvSpPr>
        <dsp:cNvPr id="0" name=""/>
        <dsp:cNvSpPr/>
      </dsp:nvSpPr>
      <dsp:spPr>
        <a:xfrm>
          <a:off x="0" y="306565"/>
          <a:ext cx="4231481" cy="10424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Summary</a:t>
          </a:r>
        </a:p>
      </dsp:txBody>
      <dsp:txXfrm>
        <a:off x="50889" y="357454"/>
        <a:ext cx="4129703" cy="940691"/>
      </dsp:txXfrm>
    </dsp:sp>
    <dsp:sp modelId="{61A161FE-680C-884D-B8E0-AD5ED8A3C543}">
      <dsp:nvSpPr>
        <dsp:cNvPr id="0" name=""/>
        <dsp:cNvSpPr/>
      </dsp:nvSpPr>
      <dsp:spPr>
        <a:xfrm>
          <a:off x="0" y="1395115"/>
          <a:ext cx="4231481" cy="1042469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Scrum-Agile offers flexibility, collaboration, and a focus on customer satisfaction.</a:t>
          </a:r>
        </a:p>
      </dsp:txBody>
      <dsp:txXfrm>
        <a:off x="50889" y="1446004"/>
        <a:ext cx="4129703" cy="940691"/>
      </dsp:txXfrm>
    </dsp:sp>
    <dsp:sp modelId="{337E2692-A9E5-D34A-B010-1CB98204841F}">
      <dsp:nvSpPr>
        <dsp:cNvPr id="0" name=""/>
        <dsp:cNvSpPr/>
      </dsp:nvSpPr>
      <dsp:spPr>
        <a:xfrm>
          <a:off x="0" y="2483665"/>
          <a:ext cx="4231481" cy="1042469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Waterfall provides structure but is less adaptable to change.</a:t>
          </a:r>
        </a:p>
      </dsp:txBody>
      <dsp:txXfrm>
        <a:off x="50889" y="2534554"/>
        <a:ext cx="4129703" cy="940691"/>
      </dsp:txXfrm>
    </dsp:sp>
    <dsp:sp modelId="{9904C84C-9BE7-A647-8366-074D90793CC7}">
      <dsp:nvSpPr>
        <dsp:cNvPr id="0" name=""/>
        <dsp:cNvSpPr/>
      </dsp:nvSpPr>
      <dsp:spPr>
        <a:xfrm>
          <a:off x="0" y="3572215"/>
          <a:ext cx="4231481" cy="1042469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Recommendation: </a:t>
          </a:r>
          <a:r>
            <a:rPr lang="en-US" sz="1600" kern="1200" dirty="0"/>
            <a:t>We suggest adopting Agile practices at </a:t>
          </a:r>
          <a:r>
            <a:rPr lang="en-US" sz="1600" kern="1200" dirty="0" err="1"/>
            <a:t>ChadaTech</a:t>
          </a:r>
          <a:r>
            <a:rPr lang="en-US" sz="1600" kern="1200" dirty="0"/>
            <a:t> to improve our project adaptability and responsiveness, helping us stay competitive in dynamic environments.</a:t>
          </a:r>
        </a:p>
      </dsp:txBody>
      <dsp:txXfrm>
        <a:off x="50889" y="3623104"/>
        <a:ext cx="4129703" cy="940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8FCEE-F201-8C4E-A9C3-6736E3D3D490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F80ED-E320-D64E-9E2C-95A6FFCA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5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41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3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8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5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8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9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56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68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18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86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r>
              <a:rPr lang="en-US" sz="4700"/>
              <a:t>Scrum-Agile vs. Waterfall: Key Differences and Considerations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rmAutofit fontScale="77500" lnSpcReduction="20000"/>
          </a:bodyPr>
          <a:lstStyle/>
          <a:p>
            <a:pPr algn="r"/>
            <a:r>
              <a:rPr lang="en-US" sz="1700" dirty="0"/>
              <a:t>Edgar I. Pena</a:t>
            </a:r>
          </a:p>
          <a:p>
            <a:pPr algn="r"/>
            <a:r>
              <a:rPr lang="en-US" sz="1700" dirty="0"/>
              <a:t>Southern New Hampshire University</a:t>
            </a:r>
          </a:p>
          <a:p>
            <a:pPr algn="r"/>
            <a:r>
              <a:rPr lang="en-US" sz="1700" dirty="0"/>
              <a:t>CS-250: Software Development Lifecycle</a:t>
            </a:r>
          </a:p>
          <a:p>
            <a:pPr algn="r"/>
            <a:r>
              <a:rPr lang="en-US" sz="1700" dirty="0"/>
              <a:t>Professor Omar </a:t>
            </a:r>
            <a:r>
              <a:rPr lang="en-US" sz="1700" dirty="0" err="1"/>
              <a:t>Aaziz</a:t>
            </a:r>
            <a:endParaRPr lang="en-US" sz="1700" dirty="0"/>
          </a:p>
          <a:p>
            <a:pPr algn="r"/>
            <a:r>
              <a:rPr lang="en-US" sz="1700" dirty="0"/>
              <a:t>October 26, 2024</a:t>
            </a:r>
          </a:p>
          <a:p>
            <a:pPr algn="r"/>
            <a:r>
              <a:rPr lang="en-US" sz="1700" dirty="0"/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04333"/>
            <a:ext cx="3718717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Introduction to Scrum-Agile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4933950" y="804333"/>
            <a:ext cx="3848100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Welcome! Today, I’ll walk you through Scrum-Agile, a flexible approach that emphasizes adaptability, collaboration, and keeping customer needs at the forefront of our work.</a:t>
            </a:r>
          </a:p>
          <a:p>
            <a:pPr marL="0" indent="0">
              <a:buNone/>
            </a:pPr>
            <a:endParaRPr lang="en-US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Here’s what we’ll cover:</a:t>
            </a:r>
          </a:p>
          <a:p>
            <a:pPr marL="0" indent="0">
              <a:buNone/>
            </a:pPr>
            <a:endParaRPr lang="en-US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• The main roles in a Scrum-Agile team</a:t>
            </a:r>
          </a:p>
          <a:p>
            <a:pPr marL="0" indent="0">
              <a:buNone/>
            </a:pPr>
            <a:endParaRPr lang="en-US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• Key phases of Agile development</a:t>
            </a:r>
          </a:p>
          <a:p>
            <a:pPr marL="0" indent="0">
              <a:buNone/>
            </a:pPr>
            <a:endParaRPr lang="en-US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• How Agile contrasts with Waterfall, a traditional approach</a:t>
            </a:r>
          </a:p>
          <a:p>
            <a:pPr marL="0" indent="0">
              <a:buNone/>
            </a:pPr>
            <a:endParaRPr lang="en-US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• Factors to help decide the best approach for different project types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Roles in Scrum-Agile Team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6D8819E-E901-492E-37FF-152E448621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254895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Phases of Agile Development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C6B24-8691-F8F0-03B6-A6EB25AEE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562746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Describing the Waterfall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940A7C-B4EC-FB89-1ECB-EE330D3518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830021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Between Waterfall and Agile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54DE64A-F87C-ED82-F97D-4358C4E7ED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7290055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Conclusion and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0DBFF8-0275-724F-5434-0EBC907D3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01716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• Cobb, C. G. (2015). The Project Manager’s Guide to Mastering Agile: Principles and Practices for an Adaptive Approach. Wiley.</a:t>
            </a:r>
          </a:p>
          <a:p>
            <a:endParaRPr sz="1400"/>
          </a:p>
          <a:p>
            <a:r>
              <a:rPr sz="1400"/>
              <a:t>• Codington-Lacerte, C. (2024). Agile software development. Salem Press Encyclopedia.</a:t>
            </a:r>
          </a:p>
          <a:p>
            <a:endParaRPr sz="1400"/>
          </a:p>
          <a:p>
            <a:r>
              <a:rPr sz="1400"/>
              <a:t>• Scrum.org. (n.d.). What is Scrum? Retrieved from https://www.scrum.org/resources/what-scrum-module</a:t>
            </a:r>
          </a:p>
          <a:p>
            <a:endParaRPr sz="1400"/>
          </a:p>
          <a:p>
            <a:r>
              <a:rPr sz="1400"/>
              <a:t>• Wright, C. (2022). Agile Project Management, Assurance and Auditing: A Practical Guide for Auditors, Reviewers, and Project Teams. ITGP.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34</TotalTime>
  <Words>736</Words>
  <Application>Microsoft Macintosh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Tw Cen MT</vt:lpstr>
      <vt:lpstr>Tw Cen MT Condensed</vt:lpstr>
      <vt:lpstr>Wingdings 3</vt:lpstr>
      <vt:lpstr>Integral</vt:lpstr>
      <vt:lpstr>Scrum-Agile vs. Waterfall: Key Differences and Considerations</vt:lpstr>
      <vt:lpstr>Introduction to Scrum-Agile</vt:lpstr>
      <vt:lpstr>Roles in Scrum-Agile Team</vt:lpstr>
      <vt:lpstr>Phases of Agile Development</vt:lpstr>
      <vt:lpstr>Describing the Waterfall Model</vt:lpstr>
      <vt:lpstr>Choosing Between Waterfall and Agile</vt:lpstr>
      <vt:lpstr>Conclusion and Recommendations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Pena, Edgar</cp:lastModifiedBy>
  <cp:revision>5</cp:revision>
  <dcterms:created xsi:type="dcterms:W3CDTF">2013-01-27T09:14:16Z</dcterms:created>
  <dcterms:modified xsi:type="dcterms:W3CDTF">2024-10-27T07:16:48Z</dcterms:modified>
  <cp:category/>
</cp:coreProperties>
</file>